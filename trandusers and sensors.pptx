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5" r:id="rId3"/>
    <p:sldId id="276" r:id="rId4"/>
    <p:sldId id="277" r:id="rId5"/>
    <p:sldId id="281" r:id="rId6"/>
    <p:sldId id="269" r:id="rId7"/>
    <p:sldId id="263" r:id="rId8"/>
    <p:sldId id="264" r:id="rId9"/>
    <p:sldId id="265" r:id="rId10"/>
    <p:sldId id="266" r:id="rId11"/>
    <p:sldId id="267" r:id="rId12"/>
    <p:sldId id="278" r:id="rId13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F8C5"/>
    <a:srgbClr val="FF9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46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D01BF-23EE-4517-9CF2-732AF97001EA}" type="doc">
      <dgm:prSet loTypeId="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5484A8-E5EC-4F6A-9564-47CBD5E94A57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300" b="1">
              <a:latin typeface="Times New Roman" panose="02020603050405020304" pitchFamily="18" charset="0"/>
              <a:cs typeface="Times New Roman" panose="02020603050405020304" pitchFamily="18" charset="0"/>
            </a:rPr>
            <a:t>Overview of the project:</a:t>
          </a:r>
          <a:r>
            <a:rPr lang="en-US" sz="2300" b="1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sz="2300" b="1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This project uses a PIR sensor with Arduino to detect human movement for smart security purposes.</a:t>
          </a:r>
          <a:r>
            <a:rPr lang="en-US" alt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FD15B4-68FD-44E0-8D4F-78A012F41DAB}" cxnId="{1BDDADE4-0B55-4CF4-A70F-A4C87A2A0A69}" type="parTrans">
      <dgm:prSet/>
      <dgm:spPr/>
      <dgm:t>
        <a:bodyPr/>
        <a:lstStyle/>
        <a:p>
          <a:endParaRPr lang="en-IN"/>
        </a:p>
      </dgm:t>
    </dgm:pt>
    <dgm:pt modelId="{5B5643C2-BD20-4681-BF6D-07AB79DDA5EA}" cxnId="{1BDDADE4-0B55-4CF4-A70F-A4C87A2A0A69}" type="sibTrans">
      <dgm:prSet/>
      <dgm:spPr/>
      <dgm:t>
        <a:bodyPr/>
        <a:lstStyle/>
        <a:p>
          <a:endParaRPr lang="en-IN"/>
        </a:p>
      </dgm:t>
    </dgm:pt>
    <dgm:pt modelId="{8B21B0ED-BB28-4BD5-A06D-D4322FF8DB2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Problem statement: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F042C5-A068-4D4D-9513-75325BACA664}" cxnId="{7AAEEAFB-6949-429B-ADF7-F7B880103037}" type="parTrans">
      <dgm:prSet/>
      <dgm:spPr/>
      <dgm:t>
        <a:bodyPr/>
        <a:lstStyle/>
        <a:p>
          <a:endParaRPr lang="en-IN"/>
        </a:p>
      </dgm:t>
    </dgm:pt>
    <dgm:pt modelId="{51606337-D80D-4744-98CA-D7C5D18ABDDF}" cxnId="{7AAEEAFB-6949-429B-ADF7-F7B880103037}" type="sibTrans">
      <dgm:prSet/>
      <dgm:spPr/>
      <dgm:t>
        <a:bodyPr/>
        <a:lstStyle/>
        <a:p>
          <a:endParaRPr lang="en-IN"/>
        </a:p>
      </dgm:t>
    </dgm:pt>
    <dgm:pt modelId="{CCCB88A0-F41B-4BF1-9460-EA5853A9DF2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problem is how to detect human movement easily to improve security using simple and low-cost technology.</a:t>
          </a:r>
          <a:r>
            <a:rPr lang="en-US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D90529-8138-4EDF-9F0F-23C6B546FD88}" cxnId="{E5D24985-27FF-4885-A5FF-DB057F6E35E1}" type="parTrans">
      <dgm:prSet/>
      <dgm:spPr/>
    </dgm:pt>
    <dgm:pt modelId="{A6CE03A8-87A8-407B-AD42-D178BB7D208D}" cxnId="{E5D24985-27FF-4885-A5FF-DB057F6E35E1}" type="sibTrans">
      <dgm:prSet/>
      <dgm:spPr/>
    </dgm:pt>
    <dgm:pt modelId="{0EE94864-AC50-41AD-A758-C507A73DDAC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Purpose of the project: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81D378-E91A-4667-8CD6-E29D39AEEC7C}" cxnId="{D4C7ED53-D792-45BC-9D75-2ED35A6DBAA7}" type="parTrans">
      <dgm:prSet/>
      <dgm:spPr/>
      <dgm:t>
        <a:bodyPr/>
        <a:lstStyle/>
        <a:p>
          <a:endParaRPr lang="en-IN"/>
        </a:p>
      </dgm:t>
    </dgm:pt>
    <dgm:pt modelId="{0D1137E0-0136-4080-B36A-46B137B19E33}" cxnId="{D4C7ED53-D792-45BC-9D75-2ED35A6DBAA7}" type="sibTrans">
      <dgm:prSet/>
      <dgm:spPr/>
      <dgm:t>
        <a:bodyPr/>
        <a:lstStyle/>
        <a:p>
          <a:endParaRPr lang="en-IN"/>
        </a:p>
      </dgm:t>
    </dgm:pt>
    <dgm:pt modelId="{0CCA1436-61B1-4D6D-99A9-4E0A369A747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The purpose of this project is to detect human movement using a PIR sensor and Arduino to improve home and area security.</a:t>
          </a: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D90046-069C-49B8-B157-5E6A7A12FDEE}" cxnId="{EAF12B78-2D04-47EB-8C20-99FCCDD39FF7}" type="parTrans">
      <dgm:prSet/>
      <dgm:spPr/>
    </dgm:pt>
    <dgm:pt modelId="{8EB7B210-553C-4499-ABA7-6ED183C64863}" cxnId="{EAF12B78-2D04-47EB-8C20-99FCCDD39FF7}" type="sibTrans">
      <dgm:prSet/>
      <dgm:spPr/>
    </dgm:pt>
    <dgm:pt modelId="{E8EE5FB2-0DBF-4B8F-BF59-85492110C430}" type="pres">
      <dgm:prSet presAssocID="{E7CD01BF-23EE-4517-9CF2-732AF97001EA}" presName="linearFlow" presStyleCnt="0">
        <dgm:presLayoutVars>
          <dgm:dir/>
          <dgm:resizeHandles val="exact"/>
        </dgm:presLayoutVars>
      </dgm:prSet>
      <dgm:spPr/>
    </dgm:pt>
    <dgm:pt modelId="{6026164D-F863-43B4-8707-86ACBA3F8D97}" type="pres">
      <dgm:prSet presAssocID="{7B5484A8-E5EC-4F6A-9564-47CBD5E94A57}" presName="composite" presStyleCnt="0"/>
      <dgm:spPr/>
    </dgm:pt>
    <dgm:pt modelId="{C7B04B8E-0ED6-4CCE-95C6-2B04C6E86392}" type="pres">
      <dgm:prSet presAssocID="{7B5484A8-E5EC-4F6A-9564-47CBD5E94A57}" presName="imgShp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C072E58-78A5-472D-AC12-8B172325E63E}" type="pres">
      <dgm:prSet presAssocID="{7B5484A8-E5EC-4F6A-9564-47CBD5E94A57}" presName="txShp" presStyleLbl="node1" presStyleIdx="0" presStyleCnt="3">
        <dgm:presLayoutVars>
          <dgm:bulletEnabled val="1"/>
        </dgm:presLayoutVars>
      </dgm:prSet>
      <dgm:spPr/>
    </dgm:pt>
    <dgm:pt modelId="{577C3500-4E3D-46AA-9F8F-AF8B327DB510}" type="pres">
      <dgm:prSet presAssocID="{5B5643C2-BD20-4681-BF6D-07AB79DDA5EA}" presName="spacing" presStyleCnt="0"/>
      <dgm:spPr/>
    </dgm:pt>
    <dgm:pt modelId="{66F0B16C-AE78-4D17-8B16-862E6C522D66}" type="pres">
      <dgm:prSet presAssocID="{8B21B0ED-BB28-4BD5-A06D-D4322FF8DB27}" presName="composite" presStyleCnt="0"/>
      <dgm:spPr/>
    </dgm:pt>
    <dgm:pt modelId="{2AC5BA9C-9039-4646-8F1F-7D6107DBE04B}" type="pres">
      <dgm:prSet presAssocID="{8B21B0ED-BB28-4BD5-A06D-D4322FF8DB27}" presName="imgShp" presStyleLbl="fgImgPlace1" presStyleIdx="1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80694A0-B5EC-4D03-9347-26ED9110254D}" type="pres">
      <dgm:prSet presAssocID="{8B21B0ED-BB28-4BD5-A06D-D4322FF8DB27}" presName="txShp" presStyleLbl="node1" presStyleIdx="1" presStyleCnt="3">
        <dgm:presLayoutVars>
          <dgm:bulletEnabled val="1"/>
        </dgm:presLayoutVars>
      </dgm:prSet>
      <dgm:spPr/>
    </dgm:pt>
    <dgm:pt modelId="{418DEDB9-E189-464F-A1E5-5DA4F0874EFA}" type="pres">
      <dgm:prSet presAssocID="{51606337-D80D-4744-98CA-D7C5D18ABDDF}" presName="spacing" presStyleCnt="0"/>
      <dgm:spPr/>
    </dgm:pt>
    <dgm:pt modelId="{030B666A-58DE-4B64-B3D6-D10D967971A8}" type="pres">
      <dgm:prSet presAssocID="{0EE94864-AC50-41AD-A758-C507A73DDAC3}" presName="composite" presStyleCnt="0"/>
      <dgm:spPr/>
    </dgm:pt>
    <dgm:pt modelId="{F285CF6D-A592-4A6E-AFA4-0E093DE8BED1}" type="pres">
      <dgm:prSet presAssocID="{0EE94864-AC50-41AD-A758-C507A73DDAC3}" presName="imgShp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76F657B-26A7-4C22-9092-A014A459962C}" type="pres">
      <dgm:prSet presAssocID="{0EE94864-AC50-41AD-A758-C507A73DDAC3}" presName="txShp" presStyleLbl="node1" presStyleIdx="2" presStyleCnt="3">
        <dgm:presLayoutVars>
          <dgm:bulletEnabled val="1"/>
        </dgm:presLayoutVars>
      </dgm:prSet>
      <dgm:spPr/>
    </dgm:pt>
  </dgm:ptLst>
  <dgm:cxnLst>
    <dgm:cxn modelId="{1BDDADE4-0B55-4CF4-A70F-A4C87A2A0A69}" srcId="{E7CD01BF-23EE-4517-9CF2-732AF97001EA}" destId="{7B5484A8-E5EC-4F6A-9564-47CBD5E94A57}" srcOrd="0" destOrd="0" parTransId="{5DFD15B4-68FD-44E0-8D4F-78A012F41DAB}" sibTransId="{5B5643C2-BD20-4681-BF6D-07AB79DDA5EA}"/>
    <dgm:cxn modelId="{7AAEEAFB-6949-429B-ADF7-F7B880103037}" srcId="{E7CD01BF-23EE-4517-9CF2-732AF97001EA}" destId="{8B21B0ED-BB28-4BD5-A06D-D4322FF8DB27}" srcOrd="1" destOrd="0" parTransId="{2FF042C5-A068-4D4D-9513-75325BACA664}" sibTransId="{51606337-D80D-4744-98CA-D7C5D18ABDDF}"/>
    <dgm:cxn modelId="{E5D24985-27FF-4885-A5FF-DB057F6E35E1}" srcId="{8B21B0ED-BB28-4BD5-A06D-D4322FF8DB27}" destId="{CCCB88A0-F41B-4BF1-9460-EA5853A9DF26}" srcOrd="0" destOrd="1" parTransId="{BDD90529-8138-4EDF-9F0F-23C6B546FD88}" sibTransId="{A6CE03A8-87A8-407B-AD42-D178BB7D208D}"/>
    <dgm:cxn modelId="{D4C7ED53-D792-45BC-9D75-2ED35A6DBAA7}" srcId="{E7CD01BF-23EE-4517-9CF2-732AF97001EA}" destId="{0EE94864-AC50-41AD-A758-C507A73DDAC3}" srcOrd="2" destOrd="0" parTransId="{BE81D378-E91A-4667-8CD6-E29D39AEEC7C}" sibTransId="{0D1137E0-0136-4080-B36A-46B137B19E33}"/>
    <dgm:cxn modelId="{EAF12B78-2D04-47EB-8C20-99FCCDD39FF7}" srcId="{0EE94864-AC50-41AD-A758-C507A73DDAC3}" destId="{0CCA1436-61B1-4D6D-99A9-4E0A369A747F}" srcOrd="0" destOrd="2" parTransId="{63D90046-069C-49B8-B157-5E6A7A12FDEE}" sibTransId="{8EB7B210-553C-4499-ABA7-6ED183C64863}"/>
    <dgm:cxn modelId="{91BB9904-CD7A-497C-A8B1-00973EBEDC0B}" type="presOf" srcId="{E7CD01BF-23EE-4517-9CF2-732AF97001EA}" destId="{E8EE5FB2-0DBF-4B8F-BF59-85492110C430}" srcOrd="0" destOrd="0" presId="urn:microsoft.com/office/officeart/2005/8/layout/vList3"/>
    <dgm:cxn modelId="{5924C2A5-5295-4846-AFD0-2345CBDCE5CA}" type="presParOf" srcId="{E8EE5FB2-0DBF-4B8F-BF59-85492110C430}" destId="{6026164D-F863-43B4-8707-86ACBA3F8D97}" srcOrd="0" destOrd="0" presId="urn:microsoft.com/office/officeart/2005/8/layout/vList3"/>
    <dgm:cxn modelId="{6757486A-1E4A-463E-AAB7-FDB533143D15}" type="presParOf" srcId="{6026164D-F863-43B4-8707-86ACBA3F8D97}" destId="{C7B04B8E-0ED6-4CCE-95C6-2B04C6E86392}" srcOrd="0" destOrd="0" presId="urn:microsoft.com/office/officeart/2005/8/layout/vList3"/>
    <dgm:cxn modelId="{80F368C6-6D9E-4F56-9002-ADC50820BCD6}" type="presParOf" srcId="{6026164D-F863-43B4-8707-86ACBA3F8D97}" destId="{9C072E58-78A5-472D-AC12-8B172325E63E}" srcOrd="1" destOrd="0" presId="urn:microsoft.com/office/officeart/2005/8/layout/vList3"/>
    <dgm:cxn modelId="{70A24AB7-8C3B-449F-AEA2-1F544EFD24F8}" type="presOf" srcId="{7B5484A8-E5EC-4F6A-9564-47CBD5E94A57}" destId="{9C072E58-78A5-472D-AC12-8B172325E63E}" srcOrd="0" destOrd="0" presId="urn:microsoft.com/office/officeart/2005/8/layout/vList3"/>
    <dgm:cxn modelId="{89CF4BD3-3B9E-4B0B-A44D-5D87B80CEE2A}" type="presParOf" srcId="{E8EE5FB2-0DBF-4B8F-BF59-85492110C430}" destId="{577C3500-4E3D-46AA-9F8F-AF8B327DB510}" srcOrd="1" destOrd="0" presId="urn:microsoft.com/office/officeart/2005/8/layout/vList3"/>
    <dgm:cxn modelId="{C8A401A3-C819-447F-B0AF-004EBF2321CA}" type="presOf" srcId="{5B5643C2-BD20-4681-BF6D-07AB79DDA5EA}" destId="{577C3500-4E3D-46AA-9F8F-AF8B327DB510}" srcOrd="0" destOrd="0" presId="urn:microsoft.com/office/officeart/2005/8/layout/vList3"/>
    <dgm:cxn modelId="{324A0ECD-F732-4D47-92F1-CC6D7DA4E129}" type="presParOf" srcId="{E8EE5FB2-0DBF-4B8F-BF59-85492110C430}" destId="{66F0B16C-AE78-4D17-8B16-862E6C522D66}" srcOrd="2" destOrd="0" presId="urn:microsoft.com/office/officeart/2005/8/layout/vList3"/>
    <dgm:cxn modelId="{FE3D90AF-9298-43BD-B116-254DF67C26A9}" type="presParOf" srcId="{66F0B16C-AE78-4D17-8B16-862E6C522D66}" destId="{2AC5BA9C-9039-4646-8F1F-7D6107DBE04B}" srcOrd="0" destOrd="2" presId="urn:microsoft.com/office/officeart/2005/8/layout/vList3"/>
    <dgm:cxn modelId="{94738FA3-E447-4569-AF36-1319C252994D}" type="presParOf" srcId="{66F0B16C-AE78-4D17-8B16-862E6C522D66}" destId="{780694A0-B5EC-4D03-9347-26ED9110254D}" srcOrd="1" destOrd="2" presId="urn:microsoft.com/office/officeart/2005/8/layout/vList3"/>
    <dgm:cxn modelId="{E801EB35-0553-44E4-B9F3-E9CEE3FBF04D}" type="presOf" srcId="{8B21B0ED-BB28-4BD5-A06D-D4322FF8DB27}" destId="{780694A0-B5EC-4D03-9347-26ED9110254D}" srcOrd="0" destOrd="0" presId="urn:microsoft.com/office/officeart/2005/8/layout/vList3"/>
    <dgm:cxn modelId="{4D29242E-21E1-481F-AE7E-BB075E23B81C}" type="presOf" srcId="{CCCB88A0-F41B-4BF1-9460-EA5853A9DF26}" destId="{780694A0-B5EC-4D03-9347-26ED9110254D}" srcOrd="0" destOrd="1" presId="urn:microsoft.com/office/officeart/2005/8/layout/vList3"/>
    <dgm:cxn modelId="{E373D1F7-CEC7-4C80-9BAF-DDB1856E9174}" type="presParOf" srcId="{E8EE5FB2-0DBF-4B8F-BF59-85492110C430}" destId="{418DEDB9-E189-464F-A1E5-5DA4F0874EFA}" srcOrd="3" destOrd="0" presId="urn:microsoft.com/office/officeart/2005/8/layout/vList3"/>
    <dgm:cxn modelId="{77832432-75B1-4368-8999-484950BF9268}" type="presOf" srcId="{51606337-D80D-4744-98CA-D7C5D18ABDDF}" destId="{418DEDB9-E189-464F-A1E5-5DA4F0874EFA}" srcOrd="0" destOrd="0" presId="urn:microsoft.com/office/officeart/2005/8/layout/vList3"/>
    <dgm:cxn modelId="{191EF793-D671-415A-B07D-737A1A806691}" type="presParOf" srcId="{E8EE5FB2-0DBF-4B8F-BF59-85492110C430}" destId="{030B666A-58DE-4B64-B3D6-D10D967971A8}" srcOrd="4" destOrd="0" presId="urn:microsoft.com/office/officeart/2005/8/layout/vList3"/>
    <dgm:cxn modelId="{0E422606-FD1B-41DF-9BAA-E35E57A46202}" type="presParOf" srcId="{030B666A-58DE-4B64-B3D6-D10D967971A8}" destId="{F285CF6D-A592-4A6E-AFA4-0E093DE8BED1}" srcOrd="0" destOrd="4" presId="urn:microsoft.com/office/officeart/2005/8/layout/vList3"/>
    <dgm:cxn modelId="{16493E35-B169-49DB-BB48-3E20BE6139AA}" type="presParOf" srcId="{030B666A-58DE-4B64-B3D6-D10D967971A8}" destId="{876F657B-26A7-4C22-9092-A014A459962C}" srcOrd="1" destOrd="4" presId="urn:microsoft.com/office/officeart/2005/8/layout/vList3"/>
    <dgm:cxn modelId="{545103AB-D36C-45E9-B104-4D9C44391C0C}" type="presOf" srcId="{0EE94864-AC50-41AD-A758-C507A73DDAC3}" destId="{876F657B-26A7-4C22-9092-A014A459962C}" srcOrd="0" destOrd="0" presId="urn:microsoft.com/office/officeart/2005/8/layout/vList3"/>
    <dgm:cxn modelId="{004740D2-CEF4-45F0-998A-1BE95E84B327}" type="presOf" srcId="{0CCA1436-61B1-4D6D-99A9-4E0A369A747F}" destId="{876F657B-26A7-4C22-9092-A014A459962C}" srcOrd="0" destOrd="1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F6BA50-F52D-4F01-AF01-E8C600A5CBED}" type="doc">
      <dgm:prSet loTypeId="cycle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F8BBE4-F761-4676-8441-6581518A305F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Limited range </a:t>
          </a:r>
          <a:r>
            <a:rPr lang="en-US" alt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US" alt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 PIR sensors can only detect motion within a short distance.</a:t>
          </a:r>
          <a:r>
            <a:rPr lang="en-US" alt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E166A99-0D0A-4CBE-85EC-B01D4985F472}" cxnId="{C7FF2584-29F3-4291-BC79-E77AF55C7804}" type="parTrans">
      <dgm:prSet/>
      <dgm:spPr/>
      <dgm:t>
        <a:bodyPr/>
        <a:lstStyle/>
        <a:p>
          <a:endParaRPr lang="en-IN"/>
        </a:p>
      </dgm:t>
    </dgm:pt>
    <dgm:pt modelId="{B90A52FD-889A-42F0-9938-F829525195B1}" cxnId="{C7FF2584-29F3-4291-BC79-E77AF55C7804}" type="sibTrans">
      <dgm:prSet/>
      <dgm:spPr/>
      <dgm:t>
        <a:bodyPr/>
        <a:lstStyle/>
        <a:p>
          <a:endParaRPr lang="en-IN"/>
        </a:p>
      </dgm:t>
    </dgm:pt>
    <dgm:pt modelId="{E1C71891-71DE-472D-8C68-46F2BD1468EA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500">
              <a:latin typeface="Times New Roman" panose="02020603050405020304" pitchFamily="18" charset="0"/>
              <a:cs typeface="Times New Roman" panose="02020603050405020304" pitchFamily="18" charset="0"/>
            </a:rPr>
            <a:t>No direction detection </a:t>
          </a:r>
          <a:r>
            <a:rPr lang="en-US" altLang="en-US" sz="1500"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US" altLang="en-US" sz="1500">
              <a:latin typeface="Times New Roman" panose="02020603050405020304" pitchFamily="18" charset="0"/>
              <a:cs typeface="Times New Roman" panose="02020603050405020304" pitchFamily="18" charset="0"/>
            </a:rPr>
            <a:t> It senses movement but cannot tell which way a person is moving.</a:t>
          </a:r>
          <a:r>
            <a:rPr lang="en-US" altLang="en-US" sz="150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sz="15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08626C-CA90-41AB-9159-80CE409FA316}" cxnId="{8E17D474-4690-432A-B132-5D0B9BE62F67}" type="parTrans">
      <dgm:prSet/>
      <dgm:spPr/>
      <dgm:t>
        <a:bodyPr/>
        <a:lstStyle/>
        <a:p>
          <a:endParaRPr lang="en-IN"/>
        </a:p>
      </dgm:t>
    </dgm:pt>
    <dgm:pt modelId="{BF43D258-C52D-45E1-826C-BD3571C56A1A}" cxnId="{8E17D474-4690-432A-B132-5D0B9BE62F67}" type="sibTrans">
      <dgm:prSet/>
      <dgm:spPr/>
      <dgm:t>
        <a:bodyPr/>
        <a:lstStyle/>
        <a:p>
          <a:endParaRPr lang="en-IN"/>
        </a:p>
      </dgm:t>
    </dgm:pt>
    <dgm:pt modelId="{BDE633B3-B66B-4EF6-BCCA-755DF734314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False alarms </a:t>
          </a: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 Heat from pets or sunlight can sometimes trigger the sensor by mistake.</a:t>
          </a: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6DD9FD-AB60-4E5A-87FA-0180B9C25436}" cxnId="{E9546935-AFC6-41A3-9445-3A1BAAC6D30B}" type="parTrans">
      <dgm:prSet/>
      <dgm:spPr/>
      <dgm:t>
        <a:bodyPr/>
        <a:lstStyle/>
        <a:p>
          <a:endParaRPr lang="en-IN"/>
        </a:p>
      </dgm:t>
    </dgm:pt>
    <dgm:pt modelId="{B27BD864-08C4-498B-B454-D02587A2E725}" cxnId="{E9546935-AFC6-41A3-9445-3A1BAAC6D30B}" type="sibTrans">
      <dgm:prSet/>
      <dgm:spPr/>
      <dgm:t>
        <a:bodyPr/>
        <a:lstStyle/>
        <a:p>
          <a:endParaRPr lang="en-IN"/>
        </a:p>
      </dgm:t>
    </dgm:pt>
    <dgm:pt modelId="{C566E324-A371-438A-BA1C-2E6C1D111944}" type="pres">
      <dgm:prSet presAssocID="{3DF6BA50-F52D-4F01-AF01-E8C600A5CBED}" presName="cycle" presStyleCnt="0">
        <dgm:presLayoutVars>
          <dgm:dir/>
          <dgm:resizeHandles val="exact"/>
        </dgm:presLayoutVars>
      </dgm:prSet>
      <dgm:spPr/>
    </dgm:pt>
    <dgm:pt modelId="{3818C51A-95A2-42D4-B5E7-E4C4B5D3EABE}" type="pres">
      <dgm:prSet presAssocID="{44F8BBE4-F761-4676-8441-6581518A305F}" presName="node" presStyleLbl="node1" presStyleIdx="0" presStyleCnt="3">
        <dgm:presLayoutVars>
          <dgm:bulletEnabled val="1"/>
        </dgm:presLayoutVars>
      </dgm:prSet>
      <dgm:spPr/>
    </dgm:pt>
    <dgm:pt modelId="{F4DCBC3B-105D-4BFB-85A9-6AAAA5417617}" type="pres">
      <dgm:prSet presAssocID="{B90A52FD-889A-42F0-9938-F829525195B1}" presName="sibTrans" presStyleLbl="sibTrans2D1" presStyleIdx="0" presStyleCnt="3"/>
      <dgm:spPr/>
    </dgm:pt>
    <dgm:pt modelId="{876C9A1B-FC7C-4129-9A1C-070FA12710BC}" type="pres">
      <dgm:prSet presAssocID="{B90A52FD-889A-42F0-9938-F829525195B1}" presName="connectorText" presStyleCnt="0"/>
      <dgm:spPr/>
    </dgm:pt>
    <dgm:pt modelId="{C52F7434-C130-4E7A-A643-D0054F3C6CE4}" type="pres">
      <dgm:prSet presAssocID="{E1C71891-71DE-472D-8C68-46F2BD1468EA}" presName="node" presStyleLbl="node1" presStyleIdx="1" presStyleCnt="3">
        <dgm:presLayoutVars>
          <dgm:bulletEnabled val="1"/>
        </dgm:presLayoutVars>
      </dgm:prSet>
      <dgm:spPr/>
    </dgm:pt>
    <dgm:pt modelId="{2DA3E6F0-576D-44CE-9DDC-BA0692BF470D}" type="pres">
      <dgm:prSet presAssocID="{BF43D258-C52D-45E1-826C-BD3571C56A1A}" presName="sibTrans" presStyleLbl="sibTrans2D1" presStyleIdx="1" presStyleCnt="3"/>
      <dgm:spPr/>
    </dgm:pt>
    <dgm:pt modelId="{F3FC3138-E6A3-494B-89FA-6BBFFCA55D77}" type="pres">
      <dgm:prSet presAssocID="{BF43D258-C52D-45E1-826C-BD3571C56A1A}" presName="connectorText" presStyleCnt="0"/>
      <dgm:spPr/>
    </dgm:pt>
    <dgm:pt modelId="{A7ADA999-BF56-4C3D-BA0A-71B4007BB21B}" type="pres">
      <dgm:prSet presAssocID="{BDE633B3-B66B-4EF6-BCCA-755DF7343147}" presName="node" presStyleLbl="node1" presStyleIdx="2" presStyleCnt="3">
        <dgm:presLayoutVars>
          <dgm:bulletEnabled val="1"/>
        </dgm:presLayoutVars>
      </dgm:prSet>
      <dgm:spPr/>
    </dgm:pt>
    <dgm:pt modelId="{BA9BA7C1-45BB-4760-8136-53E50BC2F341}" type="pres">
      <dgm:prSet presAssocID="{B27BD864-08C4-498B-B454-D02587A2E725}" presName="sibTrans" presStyleLbl="sibTrans2D1" presStyleIdx="2" presStyleCnt="3"/>
      <dgm:spPr/>
    </dgm:pt>
    <dgm:pt modelId="{CD463B0C-5EC4-4284-9663-718F054EF323}" type="pres">
      <dgm:prSet presAssocID="{B27BD864-08C4-498B-B454-D02587A2E725}" presName="connectorText" presStyleCnt="0"/>
      <dgm:spPr/>
    </dgm:pt>
  </dgm:ptLst>
  <dgm:cxnLst>
    <dgm:cxn modelId="{C7FF2584-29F3-4291-BC79-E77AF55C7804}" srcId="{3DF6BA50-F52D-4F01-AF01-E8C600A5CBED}" destId="{44F8BBE4-F761-4676-8441-6581518A305F}" srcOrd="0" destOrd="0" parTransId="{0E166A99-0D0A-4CBE-85EC-B01D4985F472}" sibTransId="{B90A52FD-889A-42F0-9938-F829525195B1}"/>
    <dgm:cxn modelId="{8E17D474-4690-432A-B132-5D0B9BE62F67}" srcId="{3DF6BA50-F52D-4F01-AF01-E8C600A5CBED}" destId="{E1C71891-71DE-472D-8C68-46F2BD1468EA}" srcOrd="1" destOrd="0" parTransId="{2608626C-CA90-41AB-9159-80CE409FA316}" sibTransId="{BF43D258-C52D-45E1-826C-BD3571C56A1A}"/>
    <dgm:cxn modelId="{E9546935-AFC6-41A3-9445-3A1BAAC6D30B}" srcId="{3DF6BA50-F52D-4F01-AF01-E8C600A5CBED}" destId="{BDE633B3-B66B-4EF6-BCCA-755DF7343147}" srcOrd="2" destOrd="0" parTransId="{916DD9FD-AB60-4E5A-87FA-0180B9C25436}" sibTransId="{B27BD864-08C4-498B-B454-D02587A2E725}"/>
    <dgm:cxn modelId="{3E26503D-A801-4D7D-9B7B-B938EC338AF4}" type="presOf" srcId="{3DF6BA50-F52D-4F01-AF01-E8C600A5CBED}" destId="{C566E324-A371-438A-BA1C-2E6C1D111944}" srcOrd="0" destOrd="0" presId="urn:microsoft.com/office/officeart/2005/8/layout/cycle2"/>
    <dgm:cxn modelId="{3DB49DA5-98F7-417A-8EA6-6D72752B426C}" type="presParOf" srcId="{C566E324-A371-438A-BA1C-2E6C1D111944}" destId="{3818C51A-95A2-42D4-B5E7-E4C4B5D3EABE}" srcOrd="0" destOrd="0" presId="urn:microsoft.com/office/officeart/2005/8/layout/cycle2"/>
    <dgm:cxn modelId="{35C28F3E-7D9F-42F0-844A-317FEB07F3D9}" type="presOf" srcId="{44F8BBE4-F761-4676-8441-6581518A305F}" destId="{3818C51A-95A2-42D4-B5E7-E4C4B5D3EABE}" srcOrd="0" destOrd="0" presId="urn:microsoft.com/office/officeart/2005/8/layout/cycle2"/>
    <dgm:cxn modelId="{88AA0D45-36E0-4C7B-BB5B-83EB621D06F9}" type="presParOf" srcId="{C566E324-A371-438A-BA1C-2E6C1D111944}" destId="{F4DCBC3B-105D-4BFB-85A9-6AAAA5417617}" srcOrd="1" destOrd="0" presId="urn:microsoft.com/office/officeart/2005/8/layout/cycle2"/>
    <dgm:cxn modelId="{C77499F4-EC47-414F-A4E7-D8CCA6D364EC}" type="presOf" srcId="{B90A52FD-889A-42F0-9938-F829525195B1}" destId="{F4DCBC3B-105D-4BFB-85A9-6AAAA5417617}" srcOrd="0" destOrd="0" presId="urn:microsoft.com/office/officeart/2005/8/layout/cycle2"/>
    <dgm:cxn modelId="{C3DC81D5-C398-49A1-B878-C990DEF81244}" type="presParOf" srcId="{F4DCBC3B-105D-4BFB-85A9-6AAAA5417617}" destId="{876C9A1B-FC7C-4129-9A1C-070FA12710BC}" srcOrd="0" destOrd="1" presId="urn:microsoft.com/office/officeart/2005/8/layout/cycle2"/>
    <dgm:cxn modelId="{E0F83DA3-E620-49D7-A7E3-683C160774F4}" type="presOf" srcId="{B90A52FD-889A-42F0-9938-F829525195B1}" destId="{876C9A1B-FC7C-4129-9A1C-070FA12710BC}" srcOrd="1" destOrd="0" presId="urn:microsoft.com/office/officeart/2005/8/layout/cycle2"/>
    <dgm:cxn modelId="{B940836C-1AC8-434B-87BF-B55FD87C7057}" type="presParOf" srcId="{C566E324-A371-438A-BA1C-2E6C1D111944}" destId="{C52F7434-C130-4E7A-A643-D0054F3C6CE4}" srcOrd="2" destOrd="0" presId="urn:microsoft.com/office/officeart/2005/8/layout/cycle2"/>
    <dgm:cxn modelId="{800E6DB9-3FED-430F-BC1F-15A8EF88312F}" type="presOf" srcId="{E1C71891-71DE-472D-8C68-46F2BD1468EA}" destId="{C52F7434-C130-4E7A-A643-D0054F3C6CE4}" srcOrd="0" destOrd="0" presId="urn:microsoft.com/office/officeart/2005/8/layout/cycle2"/>
    <dgm:cxn modelId="{421E3FB1-B2F9-4A35-AFF4-38E152F1BC15}" type="presParOf" srcId="{C566E324-A371-438A-BA1C-2E6C1D111944}" destId="{2DA3E6F0-576D-44CE-9DDC-BA0692BF470D}" srcOrd="3" destOrd="0" presId="urn:microsoft.com/office/officeart/2005/8/layout/cycle2"/>
    <dgm:cxn modelId="{15F77DF4-7F53-499E-BDE2-8E30AF40A8B0}" type="presOf" srcId="{BF43D258-C52D-45E1-826C-BD3571C56A1A}" destId="{2DA3E6F0-576D-44CE-9DDC-BA0692BF470D}" srcOrd="0" destOrd="0" presId="urn:microsoft.com/office/officeart/2005/8/layout/cycle2"/>
    <dgm:cxn modelId="{04559389-47EB-42B7-AA4C-BE7351D23389}" type="presParOf" srcId="{2DA3E6F0-576D-44CE-9DDC-BA0692BF470D}" destId="{F3FC3138-E6A3-494B-89FA-6BBFFCA55D77}" srcOrd="0" destOrd="3" presId="urn:microsoft.com/office/officeart/2005/8/layout/cycle2"/>
    <dgm:cxn modelId="{240DF95D-4F7A-4139-9FFB-A77B2139B99F}" type="presOf" srcId="{BF43D258-C52D-45E1-826C-BD3571C56A1A}" destId="{F3FC3138-E6A3-494B-89FA-6BBFFCA55D77}" srcOrd="1" destOrd="0" presId="urn:microsoft.com/office/officeart/2005/8/layout/cycle2"/>
    <dgm:cxn modelId="{92351C48-D0C9-48A6-950F-8E88DF66B25A}" type="presParOf" srcId="{C566E324-A371-438A-BA1C-2E6C1D111944}" destId="{A7ADA999-BF56-4C3D-BA0A-71B4007BB21B}" srcOrd="4" destOrd="0" presId="urn:microsoft.com/office/officeart/2005/8/layout/cycle2"/>
    <dgm:cxn modelId="{B62A0BE6-EAE2-45C3-A6DE-C630742FDBA5}" type="presOf" srcId="{BDE633B3-B66B-4EF6-BCCA-755DF7343147}" destId="{A7ADA999-BF56-4C3D-BA0A-71B4007BB21B}" srcOrd="0" destOrd="0" presId="urn:microsoft.com/office/officeart/2005/8/layout/cycle2"/>
    <dgm:cxn modelId="{03248114-F666-41C2-992A-AAABE92EFD8C}" type="presParOf" srcId="{C566E324-A371-438A-BA1C-2E6C1D111944}" destId="{BA9BA7C1-45BB-4760-8136-53E50BC2F341}" srcOrd="5" destOrd="0" presId="urn:microsoft.com/office/officeart/2005/8/layout/cycle2"/>
    <dgm:cxn modelId="{3424F805-F725-4695-84D9-73AF55D0ECCD}" type="presOf" srcId="{B27BD864-08C4-498B-B454-D02587A2E725}" destId="{BA9BA7C1-45BB-4760-8136-53E50BC2F341}" srcOrd="0" destOrd="0" presId="urn:microsoft.com/office/officeart/2005/8/layout/cycle2"/>
    <dgm:cxn modelId="{BE628A12-0C5C-4FE5-B4C6-D9C99A792A41}" type="presParOf" srcId="{BA9BA7C1-45BB-4760-8136-53E50BC2F341}" destId="{CD463B0C-5EC4-4284-9663-718F054EF323}" srcOrd="0" destOrd="5" presId="urn:microsoft.com/office/officeart/2005/8/layout/cycle2"/>
    <dgm:cxn modelId="{E6C1C034-A4CB-45BD-B592-7B1BE75A17FC}" type="presOf" srcId="{B27BD864-08C4-498B-B454-D02587A2E725}" destId="{CD463B0C-5EC4-4284-9663-718F054EF323}" srcOrd="1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78A491-7AB3-41A4-8FEA-BD6C1CE9D2D7}" type="doc">
      <dgm:prSet loTypeId="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62D328B-B40C-42F4-9A42-4637D96BF54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Can be upgraded to send alerts to smartphones for real-time security monitoring.</a:t>
          </a:r>
          <a:r>
            <a:rPr lang="en-US" alt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ED234E-E318-401B-9A64-6FC7C65C9DA7}" cxnId="{1A6A26CB-5816-4553-B80E-B434A76A420B}" type="parTrans">
      <dgm:prSet/>
      <dgm:spPr/>
      <dgm:t>
        <a:bodyPr/>
        <a:lstStyle/>
        <a:p>
          <a:endParaRPr lang="en-IN"/>
        </a:p>
      </dgm:t>
    </dgm:pt>
    <dgm:pt modelId="{B7BB62E0-49D9-4D02-B3C3-E6C49264C956}" cxnId="{1A6A26CB-5816-4553-B80E-B434A76A420B}" type="sibTrans">
      <dgm:prSet/>
      <dgm:spPr/>
      <dgm:t>
        <a:bodyPr/>
        <a:lstStyle/>
        <a:p>
          <a:endParaRPr lang="en-IN"/>
        </a:p>
      </dgm:t>
    </dgm:pt>
    <dgm:pt modelId="{065CCB58-2EF6-4E9E-BC8D-C6EF377C396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Can be integrated with cameras to automatically record videos when motion is detected.</a:t>
          </a:r>
          <a:r>
            <a:rPr lang="en-US" alt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/>
          </a:r>
          <a:endParaRPr lang="en-US" alt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CD0E8B-C65C-407D-83C2-0A34DB692B91}" cxnId="{0F3FEA67-EEF9-4DE2-B9F0-4B6C85A7ABFD}" type="parTrans">
      <dgm:prSet/>
      <dgm:spPr/>
      <dgm:t>
        <a:bodyPr/>
        <a:lstStyle/>
        <a:p>
          <a:endParaRPr lang="en-IN"/>
        </a:p>
      </dgm:t>
    </dgm:pt>
    <dgm:pt modelId="{0205115C-21BC-4D6A-A7AE-054E8ABF2526}" cxnId="{0F3FEA67-EEF9-4DE2-B9F0-4B6C85A7ABFD}" type="sibTrans">
      <dgm:prSet/>
      <dgm:spPr/>
      <dgm:t>
        <a:bodyPr/>
        <a:lstStyle/>
        <a:p>
          <a:endParaRPr lang="en-IN"/>
        </a:p>
      </dgm:t>
    </dgm:pt>
    <dgm:pt modelId="{3008C747-A201-487F-AF1E-2129B1F706E5}" type="pres">
      <dgm:prSet presAssocID="{F978A491-7AB3-41A4-8FEA-BD6C1CE9D2D7}" presName="Name0" presStyleCnt="0">
        <dgm:presLayoutVars>
          <dgm:dir/>
          <dgm:resizeHandles val="exact"/>
        </dgm:presLayoutVars>
      </dgm:prSet>
      <dgm:spPr/>
    </dgm:pt>
    <dgm:pt modelId="{F0585565-13FF-4D17-AC9D-9048E38F4797}" type="pres">
      <dgm:prSet presAssocID="{F978A491-7AB3-41A4-8FEA-BD6C1CE9D2D7}" presName="arrow" presStyleLbl="bgShp" presStyleIdx="0" presStyleCnt="1"/>
      <dgm:spPr/>
    </dgm:pt>
    <dgm:pt modelId="{8BF1B25C-760B-4610-80CF-FEB6D3E81CDA}" type="pres">
      <dgm:prSet presAssocID="{F978A491-7AB3-41A4-8FEA-BD6C1CE9D2D7}" presName="points" presStyleCnt="0"/>
      <dgm:spPr/>
    </dgm:pt>
    <dgm:pt modelId="{C5B95365-9236-4560-AB1E-21348D3A7B68}" type="pres">
      <dgm:prSet presAssocID="{F62D328B-B40C-42F4-9A42-4637D96BF545}" presName="compositeA" presStyleCnt="0"/>
      <dgm:spPr/>
    </dgm:pt>
    <dgm:pt modelId="{1AE51126-4D5F-4545-9395-C309C8A4D3E7}" type="pres">
      <dgm:prSet presAssocID="{F62D328B-B40C-42F4-9A42-4637D96BF545}" presName="textA" presStyleLbl="revTx" presStyleIdx="0" presStyleCnt="2">
        <dgm:presLayoutVars>
          <dgm:bulletEnabled val="1"/>
        </dgm:presLayoutVars>
      </dgm:prSet>
      <dgm:spPr/>
    </dgm:pt>
    <dgm:pt modelId="{157CEDE2-7539-483A-BC39-D20D88B84BAA}" type="pres">
      <dgm:prSet presAssocID="{F62D328B-B40C-42F4-9A42-4637D96BF545}" presName="circleA" presStyleLbl="node1" presStyleIdx="0" presStyleCnt="2"/>
      <dgm:spPr/>
    </dgm:pt>
    <dgm:pt modelId="{EE933316-0B50-4053-AEA2-6266B13E5BFC}" type="pres">
      <dgm:prSet presAssocID="{F62D328B-B40C-42F4-9A42-4637D96BF545}" presName="spaceA" presStyleCnt="0"/>
      <dgm:spPr/>
    </dgm:pt>
    <dgm:pt modelId="{40F0CD5A-5FA6-4238-B027-3012AD34B8DA}" type="pres">
      <dgm:prSet presAssocID="{B7BB62E0-49D9-4D02-B3C3-E6C49264C956}" presName="space" presStyleCnt="0"/>
      <dgm:spPr/>
    </dgm:pt>
    <dgm:pt modelId="{D2B6BD01-5943-48F3-92F2-24D56FEF08EC}" type="pres">
      <dgm:prSet presAssocID="{065CCB58-2EF6-4E9E-BC8D-C6EF377C396E}" presName="compositeB" presStyleCnt="0"/>
      <dgm:spPr/>
    </dgm:pt>
    <dgm:pt modelId="{B6AC8E18-D8C5-4165-A7C4-A0093301B8BD}" type="pres">
      <dgm:prSet presAssocID="{065CCB58-2EF6-4E9E-BC8D-C6EF377C396E}" presName="textB" presStyleLbl="revTx" presStyleIdx="1" presStyleCnt="2">
        <dgm:presLayoutVars>
          <dgm:bulletEnabled val="1"/>
        </dgm:presLayoutVars>
      </dgm:prSet>
      <dgm:spPr/>
    </dgm:pt>
    <dgm:pt modelId="{084C50E1-F777-48D0-A279-CC611F66266A}" type="pres">
      <dgm:prSet presAssocID="{065CCB58-2EF6-4E9E-BC8D-C6EF377C396E}" presName="circleB" presStyleLbl="node1" presStyleIdx="1" presStyleCnt="2"/>
      <dgm:spPr/>
    </dgm:pt>
    <dgm:pt modelId="{6D431BE4-8859-4DA3-BB25-7407A54E113A}" type="pres">
      <dgm:prSet presAssocID="{065CCB58-2EF6-4E9E-BC8D-C6EF377C396E}" presName="spaceB" presStyleCnt="0"/>
      <dgm:spPr/>
    </dgm:pt>
  </dgm:ptLst>
  <dgm:cxnLst>
    <dgm:cxn modelId="{1A6A26CB-5816-4553-B80E-B434A76A420B}" srcId="{F978A491-7AB3-41A4-8FEA-BD6C1CE9D2D7}" destId="{F62D328B-B40C-42F4-9A42-4637D96BF545}" srcOrd="0" destOrd="0" parTransId="{1DED234E-E318-401B-9A64-6FC7C65C9DA7}" sibTransId="{B7BB62E0-49D9-4D02-B3C3-E6C49264C956}"/>
    <dgm:cxn modelId="{0F3FEA67-EEF9-4DE2-B9F0-4B6C85A7ABFD}" srcId="{F978A491-7AB3-41A4-8FEA-BD6C1CE9D2D7}" destId="{065CCB58-2EF6-4E9E-BC8D-C6EF377C396E}" srcOrd="1" destOrd="0" parTransId="{E0CD0E8B-C65C-407D-83C2-0A34DB692B91}" sibTransId="{0205115C-21BC-4D6A-A7AE-054E8ABF2526}"/>
    <dgm:cxn modelId="{0D62B423-89D2-464A-A025-6369CE52A37B}" type="presOf" srcId="{F978A491-7AB3-41A4-8FEA-BD6C1CE9D2D7}" destId="{3008C747-A201-487F-AF1E-2129B1F706E5}" srcOrd="0" destOrd="0" presId="urn:microsoft.com/office/officeart/2005/8/layout/hProcess11"/>
    <dgm:cxn modelId="{8BD304C7-623E-4862-8E09-5067256A260E}" type="presParOf" srcId="{3008C747-A201-487F-AF1E-2129B1F706E5}" destId="{F0585565-13FF-4D17-AC9D-9048E38F4797}" srcOrd="0" destOrd="0" presId="urn:microsoft.com/office/officeart/2005/8/layout/hProcess11"/>
    <dgm:cxn modelId="{48D8479E-075F-48AE-8B0F-BD97E5820734}" type="presParOf" srcId="{3008C747-A201-487F-AF1E-2129B1F706E5}" destId="{8BF1B25C-760B-4610-80CF-FEB6D3E81CDA}" srcOrd="1" destOrd="0" presId="urn:microsoft.com/office/officeart/2005/8/layout/hProcess11"/>
    <dgm:cxn modelId="{254182C6-5372-425F-9FF6-AFF9342962FC}" type="presParOf" srcId="{8BF1B25C-760B-4610-80CF-FEB6D3E81CDA}" destId="{C5B95365-9236-4560-AB1E-21348D3A7B68}" srcOrd="0" destOrd="1" presId="urn:microsoft.com/office/officeart/2005/8/layout/hProcess11"/>
    <dgm:cxn modelId="{6ACE0762-2EBC-4949-8BDE-30D30FC0BDCE}" type="presParOf" srcId="{C5B95365-9236-4560-AB1E-21348D3A7B68}" destId="{1AE51126-4D5F-4545-9395-C309C8A4D3E7}" srcOrd="0" destOrd="0" presId="urn:microsoft.com/office/officeart/2005/8/layout/hProcess11"/>
    <dgm:cxn modelId="{9C3F4C29-A6A2-4D13-A2DC-05B6025470BD}" type="presOf" srcId="{F62D328B-B40C-42F4-9A42-4637D96BF545}" destId="{1AE51126-4D5F-4545-9395-C309C8A4D3E7}" srcOrd="0" destOrd="0" presId="urn:microsoft.com/office/officeart/2005/8/layout/hProcess11"/>
    <dgm:cxn modelId="{D012CC0B-3517-48D5-BD57-B3AAC7B4776E}" type="presParOf" srcId="{C5B95365-9236-4560-AB1E-21348D3A7B68}" destId="{157CEDE2-7539-483A-BC39-D20D88B84BAA}" srcOrd="1" destOrd="0" presId="urn:microsoft.com/office/officeart/2005/8/layout/hProcess11"/>
    <dgm:cxn modelId="{CFE39934-80A7-4E44-BEF8-F4EB81673BEF}" type="presParOf" srcId="{C5B95365-9236-4560-AB1E-21348D3A7B68}" destId="{EE933316-0B50-4053-AEA2-6266B13E5BFC}" srcOrd="2" destOrd="0" presId="urn:microsoft.com/office/officeart/2005/8/layout/hProcess11"/>
    <dgm:cxn modelId="{ED7C796B-9BCD-459B-9A59-F568E38B6034}" type="presParOf" srcId="{8BF1B25C-760B-4610-80CF-FEB6D3E81CDA}" destId="{40F0CD5A-5FA6-4238-B027-3012AD34B8DA}" srcOrd="1" destOrd="1" presId="urn:microsoft.com/office/officeart/2005/8/layout/hProcess11"/>
    <dgm:cxn modelId="{014E7DB9-29AC-453C-A98D-82088A9584BA}" type="presParOf" srcId="{8BF1B25C-760B-4610-80CF-FEB6D3E81CDA}" destId="{D2B6BD01-5943-48F3-92F2-24D56FEF08EC}" srcOrd="2" destOrd="1" presId="urn:microsoft.com/office/officeart/2005/8/layout/hProcess11"/>
    <dgm:cxn modelId="{EDE6B121-E97E-40A0-AD2E-EAE63C692CBC}" type="presParOf" srcId="{D2B6BD01-5943-48F3-92F2-24D56FEF08EC}" destId="{B6AC8E18-D8C5-4165-A7C4-A0093301B8BD}" srcOrd="0" destOrd="2" presId="urn:microsoft.com/office/officeart/2005/8/layout/hProcess11"/>
    <dgm:cxn modelId="{2BE287D1-2E1D-4D34-9311-E1155F72D215}" type="presOf" srcId="{065CCB58-2EF6-4E9E-BC8D-C6EF377C396E}" destId="{B6AC8E18-D8C5-4165-A7C4-A0093301B8BD}" srcOrd="0" destOrd="0" presId="urn:microsoft.com/office/officeart/2005/8/layout/hProcess11"/>
    <dgm:cxn modelId="{BBD3FE12-7892-4D3A-85AE-4E5FAA07638B}" type="presParOf" srcId="{D2B6BD01-5943-48F3-92F2-24D56FEF08EC}" destId="{084C50E1-F777-48D0-A279-CC611F66266A}" srcOrd="1" destOrd="2" presId="urn:microsoft.com/office/officeart/2005/8/layout/hProcess11"/>
    <dgm:cxn modelId="{570D1F8B-E312-4015-BCAB-6C2724C1E337}" type="presParOf" srcId="{D2B6BD01-5943-48F3-92F2-24D56FEF08EC}" destId="{6D431BE4-8859-4DA3-BB25-7407A54E113A}" srcOrd="2" destOrd="2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395710" cy="5765800"/>
        <a:chOff x="0" y="0"/>
        <a:chExt cx="11395710" cy="5765800"/>
      </a:xfrm>
    </dsp:grpSpPr>
    <dsp:sp modelId="{9C072E58-78A5-472D-AC12-8B172325E63E}">
      <dsp:nvSpPr>
        <dsp:cNvPr id="4" name="Pentagon 3"/>
        <dsp:cNvSpPr/>
      </dsp:nvSpPr>
      <dsp:spPr bwMode="white">
        <a:xfrm rot="10800000">
          <a:off x="2320624" y="0"/>
          <a:ext cx="7578147" cy="1647371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726445" tIns="87630" rIns="163576" bIns="87630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>
              <a:latin typeface="Times New Roman" panose="02020603050405020304" pitchFamily="18" charset="0"/>
              <a:cs typeface="Times New Roman" panose="02020603050405020304" pitchFamily="18" charset="0"/>
            </a:rPr>
            <a:t>Overview of the project:</a:t>
          </a:r>
          <a:endParaRPr lang="en-US" sz="2300" b="1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en-US" sz="2000">
              <a:latin typeface="Times New Roman" panose="02020603050405020304" pitchFamily="18" charset="0"/>
              <a:cs typeface="Times New Roman" panose="02020603050405020304" pitchFamily="18" charset="0"/>
            </a:rPr>
            <a:t>This project uses a PIR sensor with Arduino to detect human movement for smart security purposes.</a:t>
          </a:r>
          <a:endParaRPr lang="en-US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320624" y="0"/>
        <a:ext cx="7578147" cy="1647371"/>
      </dsp:txXfrm>
    </dsp:sp>
    <dsp:sp modelId="{C7B04B8E-0ED6-4CCE-95C6-2B04C6E86392}">
      <dsp:nvSpPr>
        <dsp:cNvPr id="3" name="Oval 2"/>
        <dsp:cNvSpPr/>
      </dsp:nvSpPr>
      <dsp:spPr bwMode="white">
        <a:xfrm>
          <a:off x="1496939" y="0"/>
          <a:ext cx="1647371" cy="1647371"/>
        </a:xfrm>
        <a:prstGeom prst="ellipse">
          <a:avLst/>
        </a:prstGeom>
        <a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496939" y="0"/>
        <a:ext cx="1647371" cy="1647371"/>
      </dsp:txXfrm>
    </dsp:sp>
    <dsp:sp modelId="{780694A0-B5EC-4D03-9347-26ED9110254D}">
      <dsp:nvSpPr>
        <dsp:cNvPr id="6" name="Pentagon 5"/>
        <dsp:cNvSpPr/>
      </dsp:nvSpPr>
      <dsp:spPr bwMode="white">
        <a:xfrm rot="10800000">
          <a:off x="2320624" y="2059214"/>
          <a:ext cx="7578147" cy="1647371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726445" tIns="95250" rIns="177800" bIns="95250" anchor="t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Problem statement: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problem is how to detect human movement easily to improve security using simple and low-cost technology.</a:t>
          </a:r>
          <a:endParaRPr lang="en-US" alt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320624" y="2059214"/>
        <a:ext cx="7578147" cy="1647371"/>
      </dsp:txXfrm>
    </dsp:sp>
    <dsp:sp modelId="{2AC5BA9C-9039-4646-8F1F-7D6107DBE04B}">
      <dsp:nvSpPr>
        <dsp:cNvPr id="5" name="Oval 4"/>
        <dsp:cNvSpPr/>
      </dsp:nvSpPr>
      <dsp:spPr bwMode="white">
        <a:xfrm>
          <a:off x="1496939" y="2059214"/>
          <a:ext cx="1647371" cy="1647371"/>
        </a:xfrm>
        <a:prstGeom prst="ellipse">
          <a:avLst/>
        </a:prstGeom>
        <a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496939" y="2059214"/>
        <a:ext cx="1647371" cy="1647371"/>
      </dsp:txXfrm>
    </dsp:sp>
    <dsp:sp modelId="{876F657B-26A7-4C22-9092-A014A459962C}">
      <dsp:nvSpPr>
        <dsp:cNvPr id="8" name="Pentagon 7"/>
        <dsp:cNvSpPr/>
      </dsp:nvSpPr>
      <dsp:spPr bwMode="white">
        <a:xfrm rot="10800000">
          <a:off x="2320624" y="4118429"/>
          <a:ext cx="7578147" cy="1647371"/>
        </a:xfrm>
        <a:prstGeom prst="homePlat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726445" tIns="95250" rIns="177800" bIns="95250" anchor="t"/>
        <a:lstStyle>
          <a:lvl1pPr algn="l">
            <a:defRPr sz="25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Purpose of the project: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The purpose of this project is to detect human movement using a PIR sensor and Arduino to improve home and area security.</a:t>
          </a:r>
          <a:endParaRPr lang="en-US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320624" y="4118429"/>
        <a:ext cx="7578147" cy="1647371"/>
      </dsp:txXfrm>
    </dsp:sp>
    <dsp:sp modelId="{F285CF6D-A592-4A6E-AFA4-0E093DE8BED1}">
      <dsp:nvSpPr>
        <dsp:cNvPr id="7" name="Oval 6"/>
        <dsp:cNvSpPr/>
      </dsp:nvSpPr>
      <dsp:spPr bwMode="white">
        <a:xfrm>
          <a:off x="1496939" y="4118429"/>
          <a:ext cx="1647371" cy="1647371"/>
        </a:xfrm>
        <a:prstGeom prst="ellipse">
          <a:avLst/>
        </a:prstGeom>
        <a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496939" y="4118429"/>
        <a:ext cx="1647371" cy="16473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2300030" cy="5362235"/>
        <a:chOff x="0" y="0"/>
        <a:chExt cx="12300030" cy="5362235"/>
      </a:xfrm>
    </dsp:grpSpPr>
    <dsp:sp modelId="{3818C51A-95A2-42D4-B5E7-E4C4B5D3EABE}">
      <dsp:nvSpPr>
        <dsp:cNvPr id="3" name="Oval 2"/>
        <dsp:cNvSpPr/>
      </dsp:nvSpPr>
      <dsp:spPr bwMode="white">
        <a:xfrm>
          <a:off x="4983824" y="0"/>
          <a:ext cx="2332382" cy="2332382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7780" tIns="17780" rIns="17780" bIns="1778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Limited range </a:t>
          </a:r>
          <a:r>
            <a:rPr lang="en-US" alt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US" alt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 PIR sensors can only detect motion within a short distance.</a:t>
          </a:r>
          <a:endParaRPr lang="en-US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83824" y="0"/>
        <a:ext cx="2332382" cy="2332382"/>
      </dsp:txXfrm>
    </dsp:sp>
    <dsp:sp modelId="{F4DCBC3B-105D-4BFB-85A9-6AAAA5417617}">
      <dsp:nvSpPr>
        <dsp:cNvPr id="4" name="Right Arrow 3"/>
        <dsp:cNvSpPr/>
      </dsp:nvSpPr>
      <dsp:spPr bwMode="white">
        <a:xfrm rot="3599999">
          <a:off x="6715618" y="2287528"/>
          <a:ext cx="618081" cy="78717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 rot="3599999">
        <a:off x="6715618" y="2287528"/>
        <a:ext cx="618081" cy="787179"/>
      </dsp:txXfrm>
    </dsp:sp>
    <dsp:sp modelId="{C52F7434-C130-4E7A-A643-D0054F3C6CE4}">
      <dsp:nvSpPr>
        <dsp:cNvPr id="5" name="Oval 4"/>
        <dsp:cNvSpPr/>
      </dsp:nvSpPr>
      <dsp:spPr bwMode="white">
        <a:xfrm>
          <a:off x="6733110" y="3029853"/>
          <a:ext cx="2332382" cy="2332382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050" tIns="19050" rIns="19050" bIns="1905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500">
              <a:latin typeface="Times New Roman" panose="02020603050405020304" pitchFamily="18" charset="0"/>
              <a:cs typeface="Times New Roman" panose="02020603050405020304" pitchFamily="18" charset="0"/>
            </a:rPr>
            <a:t>No direction detection </a:t>
          </a:r>
          <a:r>
            <a:rPr lang="en-US" altLang="en-US" sz="1500"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US" altLang="en-US" sz="1500">
              <a:latin typeface="Times New Roman" panose="02020603050405020304" pitchFamily="18" charset="0"/>
              <a:cs typeface="Times New Roman" panose="02020603050405020304" pitchFamily="18" charset="0"/>
            </a:rPr>
            <a:t> It senses movement but cannot tell which way a person is moving.</a:t>
          </a:r>
          <a:endParaRPr lang="en-US" altLang="en-US" sz="15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33110" y="3029853"/>
        <a:ext cx="2332382" cy="2332382"/>
      </dsp:txXfrm>
    </dsp:sp>
    <dsp:sp modelId="{2DA3E6F0-576D-44CE-9DDC-BA0692BF470D}">
      <dsp:nvSpPr>
        <dsp:cNvPr id="6" name="Right Arrow 5"/>
        <dsp:cNvSpPr/>
      </dsp:nvSpPr>
      <dsp:spPr bwMode="white">
        <a:xfrm rot="10800000">
          <a:off x="5840974" y="3802455"/>
          <a:ext cx="618081" cy="78717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 rot="10800000">
        <a:off x="5840974" y="3802455"/>
        <a:ext cx="618081" cy="787179"/>
      </dsp:txXfrm>
    </dsp:sp>
    <dsp:sp modelId="{A7ADA999-BF56-4C3D-BA0A-71B4007BB21B}">
      <dsp:nvSpPr>
        <dsp:cNvPr id="7" name="Oval 6"/>
        <dsp:cNvSpPr/>
      </dsp:nvSpPr>
      <dsp:spPr bwMode="white">
        <a:xfrm>
          <a:off x="3234538" y="3029853"/>
          <a:ext cx="2332382" cy="2332382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1590" tIns="21590" rIns="21590" bIns="2159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False alarms </a:t>
          </a: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–</a:t>
          </a:r>
          <a:r>
            <a:rPr lang="en-US" altLang="en-US">
              <a:latin typeface="Times New Roman" panose="02020603050405020304" pitchFamily="18" charset="0"/>
              <a:cs typeface="Times New Roman" panose="02020603050405020304" pitchFamily="18" charset="0"/>
            </a:rPr>
            <a:t> Heat from pets or sunlight can sometimes trigger the sensor by mistake.</a:t>
          </a:r>
          <a:endParaRPr lang="en-US" altLang="en-US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4538" y="3029853"/>
        <a:ext cx="2332382" cy="2332382"/>
      </dsp:txXfrm>
    </dsp:sp>
    <dsp:sp modelId="{BA9BA7C1-45BB-4760-8136-53E50BC2F341}">
      <dsp:nvSpPr>
        <dsp:cNvPr id="8" name="Right Arrow 7"/>
        <dsp:cNvSpPr/>
      </dsp:nvSpPr>
      <dsp:spPr bwMode="white">
        <a:xfrm rot="-3599999">
          <a:off x="4966331" y="2287528"/>
          <a:ext cx="618081" cy="78717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/>
        </a:p>
      </dsp:txBody>
      <dsp:txXfrm rot="-3599999">
        <a:off x="4966331" y="2287528"/>
        <a:ext cx="618081" cy="7871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972800" cy="5186680"/>
        <a:chOff x="0" y="0"/>
        <a:chExt cx="10972800" cy="5186680"/>
      </a:xfrm>
    </dsp:grpSpPr>
    <dsp:sp modelId="{F0585565-13FF-4D17-AC9D-9048E38F4797}">
      <dsp:nvSpPr>
        <dsp:cNvPr id="3" name="Notched Right Arrow 2"/>
        <dsp:cNvSpPr/>
      </dsp:nvSpPr>
      <dsp:spPr bwMode="white">
        <a:xfrm>
          <a:off x="0" y="1556004"/>
          <a:ext cx="10972800" cy="2074672"/>
        </a:xfrm>
        <a:prstGeom prst="notchedRightArrow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1556004"/>
        <a:ext cx="10972800" cy="2074672"/>
      </dsp:txXfrm>
    </dsp:sp>
    <dsp:sp modelId="{1AE51126-4D5F-4545-9395-C309C8A4D3E7}">
      <dsp:nvSpPr>
        <dsp:cNvPr id="4" name="Rectangles 3"/>
        <dsp:cNvSpPr/>
      </dsp:nvSpPr>
      <dsp:spPr bwMode="white">
        <a:xfrm>
          <a:off x="0" y="0"/>
          <a:ext cx="4817327" cy="207467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92024" tIns="192024" rIns="192024" bIns="192024" anchor="b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Can be upgraded to send alerts to smartphones for real-time security monitoring.</a:t>
          </a:r>
          <a:endParaRPr lang="en-US" altLang="en-US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0"/>
        <a:ext cx="4817327" cy="2074672"/>
      </dsp:txXfrm>
    </dsp:sp>
    <dsp:sp modelId="{157CEDE2-7539-483A-BC39-D20D88B84BAA}">
      <dsp:nvSpPr>
        <dsp:cNvPr id="5" name="Oval 4"/>
        <dsp:cNvSpPr/>
      </dsp:nvSpPr>
      <dsp:spPr bwMode="white">
        <a:xfrm>
          <a:off x="2149329" y="2334006"/>
          <a:ext cx="518668" cy="51866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149329" y="2334006"/>
        <a:ext cx="518668" cy="518668"/>
      </dsp:txXfrm>
    </dsp:sp>
    <dsp:sp modelId="{B6AC8E18-D8C5-4165-A7C4-A0093301B8BD}">
      <dsp:nvSpPr>
        <dsp:cNvPr id="6" name="Rectangles 5"/>
        <dsp:cNvSpPr/>
      </dsp:nvSpPr>
      <dsp:spPr bwMode="white">
        <a:xfrm>
          <a:off x="5058193" y="3112008"/>
          <a:ext cx="4817327" cy="2074672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92024" tIns="192024" rIns="192024" bIns="192024" anchor="t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Can be integrated with cameras to automatically record videos when motion is detected.</a:t>
          </a:r>
          <a:endParaRPr lang="en-US" altLang="en-US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58193" y="3112008"/>
        <a:ext cx="4817327" cy="2074672"/>
      </dsp:txXfrm>
    </dsp:sp>
    <dsp:sp modelId="{084C50E1-F777-48D0-A279-CC611F66266A}">
      <dsp:nvSpPr>
        <dsp:cNvPr id="7" name="Oval 6"/>
        <dsp:cNvSpPr/>
      </dsp:nvSpPr>
      <dsp:spPr bwMode="white">
        <a:xfrm>
          <a:off x="7207523" y="2334006"/>
          <a:ext cx="518668" cy="51866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7207523" y="2334006"/>
        <a:ext cx="518668" cy="518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type="homePlate" r:blip="" rot="180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type="notchedRightArrow" r:blip="" rot="180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b"/>
                  <dgm:param type="txAnchorVert" val="b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t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3.jpe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microsoft.com/office/2007/relationships/diagramDrawing" Target="../diagrams/drawing2.xml"/><Relationship Id="rId7" Type="http://schemas.openxmlformats.org/officeDocument/2006/relationships/diagramColors" Target="../diagrams/colors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jpeg"/><Relationship Id="rId6" Type="http://schemas.openxmlformats.org/officeDocument/2006/relationships/image" Target="../media/image2.png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3896" y="2156889"/>
            <a:ext cx="10363200" cy="1470025"/>
          </a:xfrm>
        </p:spPr>
        <p:txBody>
          <a:bodyPr>
            <a:normAutofit/>
          </a:bodyPr>
          <a:lstStyle/>
          <a:p>
            <a:r>
              <a:rPr lang="en-US" altLang="en-US" b="1" dirty="0"/>
              <a:t>Human Motion Detection System Using PIR Sensor and Arduino for Smart Security</a:t>
            </a:r>
            <a:endParaRPr lang="en-US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15715"/>
            <a:ext cx="8534400" cy="2912110"/>
          </a:xfrm>
        </p:spPr>
        <p:txBody>
          <a:bodyPr>
            <a:normAutofit/>
          </a:bodyPr>
          <a:lstStyle/>
          <a:p>
            <a:r>
              <a:rPr sz="2700" dirty="0"/>
              <a:t>Presented by: </a:t>
            </a:r>
            <a:endParaRPr lang="en-US" sz="2700" dirty="0"/>
          </a:p>
          <a:p>
            <a:r>
              <a:rPr lang="en-US" altLang="en-IN" sz="2700" dirty="0"/>
              <a:t>G.Manoj 192312234</a:t>
            </a:r>
            <a:endParaRPr lang="en-US" altLang="en-IN" sz="2700" dirty="0"/>
          </a:p>
          <a:p>
            <a:r>
              <a:rPr lang="en-US" altLang="en-US" sz="2700" dirty="0"/>
              <a:t>G.Chandu 192312154</a:t>
            </a:r>
            <a:endParaRPr lang="en-US" altLang="en-US" sz="2700" dirty="0"/>
          </a:p>
          <a:p>
            <a:r>
              <a:rPr lang="en-US" altLang="en-US" sz="2700" dirty="0"/>
              <a:t>ECA0711-TRANSDUCERS AND SENSORS FOR NAVIGATION SYSTEMS</a:t>
            </a:r>
            <a:endParaRPr lang="en-US" altLang="en-US" sz="2700" dirty="0"/>
          </a:p>
          <a:p>
            <a:r>
              <a:rPr lang="en-US" sz="2700" dirty="0"/>
              <a:t>D</a:t>
            </a:r>
            <a:r>
              <a:rPr sz="2700" dirty="0"/>
              <a:t>ate: </a:t>
            </a:r>
            <a:r>
              <a:rPr lang="en-US" sz="2700" dirty="0"/>
              <a:t>15</a:t>
            </a:r>
            <a:r>
              <a:rPr sz="2700" dirty="0"/>
              <a:t>/</a:t>
            </a:r>
            <a:r>
              <a:rPr lang="en-US" sz="2700" dirty="0"/>
              <a:t>07</a:t>
            </a:r>
            <a:r>
              <a:rPr sz="2700" dirty="0"/>
              <a:t>/</a:t>
            </a:r>
            <a:r>
              <a:rPr lang="en-US" sz="2700" dirty="0"/>
              <a:t>2025</a:t>
            </a:r>
            <a:endParaRPr sz="2700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17"/>
            <a:ext cx="10972800" cy="1143000"/>
          </a:xfrm>
        </p:spPr>
        <p:txBody>
          <a:bodyPr/>
          <a:lstStyle/>
          <a:p>
            <a:r>
              <a:rPr b="1" dirty="0"/>
              <a:t>Introduction</a:t>
            </a:r>
            <a:endParaRPr b="1" dirty="0"/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86690" y="955040"/>
          <a:ext cx="11395710" cy="576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对象3"/>
          <p:cNvSpPr/>
          <p:nvPr>
            <p:custDataLst>
              <p:tags r:id="rId4"/>
            </p:custDataLst>
          </p:nvPr>
        </p:nvSpPr>
        <p:spPr>
          <a:xfrm>
            <a:off x="735013" y="2164398"/>
            <a:ext cx="2779776" cy="2779776"/>
          </a:xfrm>
          <a:custGeom>
            <a:avLst/>
            <a:gdLst/>
            <a:ahLst/>
            <a:cxnLst/>
            <a:rect l="l" t="t" r="r" b="b"/>
            <a:pathLst>
              <a:path w="2779776" h="2779776">
                <a:moveTo>
                  <a:pt x="2779776" y="1389888"/>
                </a:moveTo>
                <a:cubicBezTo>
                  <a:pt x="2779776" y="2157984"/>
                  <a:pt x="2157984" y="2779776"/>
                  <a:pt x="1389888" y="2779776"/>
                </a:cubicBezTo>
                <a:cubicBezTo>
                  <a:pt x="621792" y="2779776"/>
                  <a:pt x="0" y="2157984"/>
                  <a:pt x="0" y="1389888"/>
                </a:cubicBezTo>
                <a:cubicBezTo>
                  <a:pt x="0" y="621792"/>
                  <a:pt x="621792" y="0"/>
                  <a:pt x="1389888" y="0"/>
                </a:cubicBezTo>
                <a:cubicBezTo>
                  <a:pt x="2157984" y="0"/>
                  <a:pt x="2779776" y="621792"/>
                  <a:pt x="2779776" y="1389888"/>
                </a:cubicBezTo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椭圆 2"/>
          <p:cNvSpPr/>
          <p:nvPr>
            <p:custDataLst>
              <p:tags r:id="rId5"/>
            </p:custDataLst>
          </p:nvPr>
        </p:nvSpPr>
        <p:spPr>
          <a:xfrm>
            <a:off x="4259898" y="1762443"/>
            <a:ext cx="630000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01</a:t>
            </a:r>
            <a:endParaRPr lang="en-US" sz="2400" dirty="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8" name="椭圆 5"/>
          <p:cNvSpPr/>
          <p:nvPr>
            <p:custDataLst>
              <p:tags r:id="rId6"/>
            </p:custDataLst>
          </p:nvPr>
        </p:nvSpPr>
        <p:spPr>
          <a:xfrm>
            <a:off x="4259898" y="3248343"/>
            <a:ext cx="630000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lt1">
                    <a:lumMod val="100000"/>
                  </a:schemeClr>
                </a:solidFill>
                <a:latin typeface="+mn-lt"/>
              </a:rPr>
              <a:t>02</a:t>
            </a:r>
            <a:endParaRPr lang="en-US" sz="240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9" name="椭圆 6"/>
          <p:cNvSpPr/>
          <p:nvPr>
            <p:custDataLst>
              <p:tags r:id="rId7"/>
            </p:custDataLst>
          </p:nvPr>
        </p:nvSpPr>
        <p:spPr>
          <a:xfrm>
            <a:off x="4259898" y="4724718"/>
            <a:ext cx="630000" cy="63000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lt1">
                    <a:lumMod val="100000"/>
                  </a:schemeClr>
                </a:solidFill>
                <a:latin typeface="+mn-lt"/>
              </a:rPr>
              <a:t>03</a:t>
            </a:r>
            <a:endParaRPr lang="en-US" sz="2400">
              <a:solidFill>
                <a:schemeClr val="lt1">
                  <a:lumMod val="100000"/>
                </a:schemeClr>
              </a:solidFill>
              <a:latin typeface="+mn-ea"/>
            </a:endParaRPr>
          </a:p>
        </p:txBody>
      </p:sp>
      <p:sp>
        <p:nvSpPr>
          <p:cNvPr id="19" name="对象11"/>
          <p:cNvSpPr/>
          <p:nvPr>
            <p:custDataLst>
              <p:tags r:id="rId8"/>
            </p:custDataLst>
          </p:nvPr>
        </p:nvSpPr>
        <p:spPr>
          <a:xfrm>
            <a:off x="967423" y="2392363"/>
            <a:ext cx="2314800" cy="231480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sz="2700" b="1" dirty="0">
                <a:sym typeface="+mn-ea"/>
              </a:rPr>
              <a:t>Objectives</a:t>
            </a:r>
            <a:endParaRPr lang="en-US" sz="2700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5119370" y="1835785"/>
            <a:ext cx="6299200" cy="6330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human movement using a PIR sensor.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5119053" y="3206433"/>
            <a:ext cx="6299020" cy="7385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alert through a buzzer when motion is detected.</a:t>
            </a:r>
            <a:endParaRPr lang="en-US" altLang="en-US" sz="200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5119053" y="4701858"/>
            <a:ext cx="6299020" cy="7385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 simple and low-cost security system using Arduino.</a:t>
            </a:r>
            <a:endParaRPr lang="en-US" altLang="en-US" sz="200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对象1"/>
          <p:cNvSpPr/>
          <p:nvPr>
            <p:custDataLst>
              <p:tags r:id="rId3"/>
            </p:custDataLst>
          </p:nvPr>
        </p:nvSpPr>
        <p:spPr>
          <a:xfrm>
            <a:off x="695643" y="2724468"/>
            <a:ext cx="10800715" cy="1422400"/>
          </a:xfrm>
          <a:prstGeom prst="roundRect">
            <a:avLst>
              <a:gd name="adj" fmla="val 33274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对象1"/>
          <p:cNvSpPr/>
          <p:nvPr>
            <p:custDataLst>
              <p:tags r:id="rId4"/>
            </p:custDataLst>
          </p:nvPr>
        </p:nvSpPr>
        <p:spPr>
          <a:xfrm>
            <a:off x="695643" y="2724468"/>
            <a:ext cx="10800715" cy="2917190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对象3"/>
          <p:cNvSpPr/>
          <p:nvPr>
            <p:custDataLst>
              <p:tags r:id="rId5"/>
            </p:custDataLst>
          </p:nvPr>
        </p:nvSpPr>
        <p:spPr>
          <a:xfrm>
            <a:off x="993458" y="3703003"/>
            <a:ext cx="4950000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828000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Connect PIR sensor to Arduino – set up wiring for motion detection.</a:t>
            </a:r>
            <a:endParaRPr lang="en-US" altLang="en-US" dirty="0">
              <a:solidFill>
                <a:schemeClr val="dk1">
                  <a:lumMod val="80000"/>
                  <a:lumOff val="2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对象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9188" y="3895408"/>
            <a:ext cx="501650" cy="5004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1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6" name="对象6"/>
          <p:cNvSpPr/>
          <p:nvPr>
            <p:custDataLst>
              <p:tags r:id="rId7"/>
            </p:custDataLst>
          </p:nvPr>
        </p:nvSpPr>
        <p:spPr>
          <a:xfrm>
            <a:off x="993458" y="5193348"/>
            <a:ext cx="4950000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828000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Write and upload code – program Arduino to read PIR sensor data.</a:t>
            </a:r>
            <a:endParaRPr lang="en-US" altLang="en-US" dirty="0">
              <a:solidFill>
                <a:schemeClr val="dk1">
                  <a:lumMod val="80000"/>
                  <a:lumOff val="2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对象7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9188" y="5385753"/>
            <a:ext cx="501650" cy="5004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2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9" name="对象9"/>
          <p:cNvSpPr/>
          <p:nvPr>
            <p:custDataLst>
              <p:tags r:id="rId9"/>
            </p:custDataLst>
          </p:nvPr>
        </p:nvSpPr>
        <p:spPr>
          <a:xfrm>
            <a:off x="6216968" y="3703003"/>
            <a:ext cx="4950000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828000" rIns="108000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Integrate output device – connect buzzer or LED to alert when motion is detected.</a:t>
            </a:r>
            <a:endParaRPr lang="en-US" altLang="en-US" dirty="0">
              <a:solidFill>
                <a:schemeClr val="dk1">
                  <a:lumMod val="80000"/>
                  <a:lumOff val="2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对象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342063" y="3895408"/>
            <a:ext cx="501650" cy="5004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3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2" name="对象12"/>
          <p:cNvSpPr/>
          <p:nvPr>
            <p:custDataLst>
              <p:tags r:id="rId11"/>
            </p:custDataLst>
          </p:nvPr>
        </p:nvSpPr>
        <p:spPr>
          <a:xfrm>
            <a:off x="6216968" y="5193348"/>
            <a:ext cx="4950000" cy="88709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828000" rIns="108000" numCol="1" spcCol="0" rtlCol="0" fromWordArt="0" anchor="ctr" anchorCtr="0" forceAA="0" compatLnSpc="1">
            <a:normAutofit lnSpcReduction="20000"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Test the system – check detection range and response for smart security use.</a:t>
            </a:r>
            <a:endParaRPr lang="en-US" altLang="en-US" dirty="0">
              <a:solidFill>
                <a:schemeClr val="dk1">
                  <a:lumMod val="80000"/>
                  <a:lumOff val="2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对象13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6342063" y="5385753"/>
            <a:ext cx="501650" cy="5004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4</a:t>
            </a:r>
            <a:endParaRPr lang="en-US" sz="16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4" name="对象14"/>
          <p:cNvSpPr/>
          <p:nvPr>
            <p:custDataLst>
              <p:tags r:id="rId13"/>
            </p:custDataLst>
          </p:nvPr>
        </p:nvSpPr>
        <p:spPr>
          <a:xfrm>
            <a:off x="3555683" y="2267268"/>
            <a:ext cx="4950000" cy="841375"/>
          </a:xfrm>
          <a:prstGeom prst="roundRect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1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sz="2800" b="1" dirty="0">
                <a:sym typeface="+mn-ea"/>
              </a:rPr>
              <a:t>Methodology</a:t>
            </a:r>
            <a:r>
              <a:rPr lang="en-IN" sz="2800" b="1" dirty="0">
                <a:sym typeface="+mn-ea"/>
              </a:rPr>
              <a:t>…</a:t>
            </a:r>
            <a:endParaRPr lang="en-US" sz="2800" b="1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System Design</a:t>
            </a:r>
            <a:endParaRPr b="1" dirty="0"/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4560426" y="5197033"/>
            <a:ext cx="3287210" cy="474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 Diagonal Corner Rectangle 7"/>
          <p:cNvSpPr/>
          <p:nvPr/>
        </p:nvSpPr>
        <p:spPr>
          <a:xfrm>
            <a:off x="609600" y="2218055"/>
            <a:ext cx="2668905" cy="721360"/>
          </a:xfrm>
          <a:prstGeom prst="round2Diag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9" name="Round Diagonal Corner Rectangle 8"/>
          <p:cNvSpPr/>
          <p:nvPr/>
        </p:nvSpPr>
        <p:spPr>
          <a:xfrm>
            <a:off x="7845425" y="2102485"/>
            <a:ext cx="2668905" cy="1062990"/>
          </a:xfrm>
          <a:prstGeom prst="round2Diag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0" name="Round Diagonal Corner Rectangle 9"/>
          <p:cNvSpPr/>
          <p:nvPr/>
        </p:nvSpPr>
        <p:spPr>
          <a:xfrm>
            <a:off x="4302760" y="3535045"/>
            <a:ext cx="2668905" cy="1280160"/>
          </a:xfrm>
          <a:prstGeom prst="round2Diag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1" name="Round Diagonal Corner Rectangle 10"/>
          <p:cNvSpPr/>
          <p:nvPr/>
        </p:nvSpPr>
        <p:spPr>
          <a:xfrm>
            <a:off x="7952740" y="3603625"/>
            <a:ext cx="2668905" cy="1211580"/>
          </a:xfrm>
          <a:prstGeom prst="round2Diag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2" name="Round Diagonal Corner Rectangle 11"/>
          <p:cNvSpPr/>
          <p:nvPr/>
        </p:nvSpPr>
        <p:spPr>
          <a:xfrm>
            <a:off x="4067810" y="2218055"/>
            <a:ext cx="2668905" cy="721360"/>
          </a:xfrm>
          <a:prstGeom prst="round2Diag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3278505" y="2487295"/>
            <a:ext cx="789305" cy="182880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6744335" y="2545080"/>
            <a:ext cx="1101090" cy="1244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7" name="U-Turn Arrow 16"/>
          <p:cNvSpPr/>
          <p:nvPr/>
        </p:nvSpPr>
        <p:spPr>
          <a:xfrm rot="5400000">
            <a:off x="9980295" y="3079115"/>
            <a:ext cx="1520190" cy="45212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Left Arrow 17"/>
          <p:cNvSpPr/>
          <p:nvPr/>
        </p:nvSpPr>
        <p:spPr>
          <a:xfrm flipV="1">
            <a:off x="7064375" y="3895090"/>
            <a:ext cx="888365" cy="762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657225" y="2315210"/>
            <a:ext cx="268351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Sense Motion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3993515" y="2208530"/>
            <a:ext cx="2978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Process Signal: Arduino reads the sensor output.</a:t>
            </a:r>
            <a:endParaRPr lang="en-US" altLang="en-US"/>
          </a:p>
        </p:txBody>
      </p:sp>
      <p:sp>
        <p:nvSpPr>
          <p:cNvPr id="26" name="Text Box 25"/>
          <p:cNvSpPr txBox="1"/>
          <p:nvPr/>
        </p:nvSpPr>
        <p:spPr>
          <a:xfrm>
            <a:off x="7913370" y="2166620"/>
            <a:ext cx="26955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Trigger output – If motion is detected, Arduino activates a buzzer or alarm.</a:t>
            </a:r>
            <a:endParaRPr lang="en-US" altLang="en-US"/>
          </a:p>
        </p:txBody>
      </p:sp>
      <p:sp>
        <p:nvSpPr>
          <p:cNvPr id="27" name="Text Box 26"/>
          <p:cNvSpPr txBox="1"/>
          <p:nvPr/>
        </p:nvSpPr>
        <p:spPr>
          <a:xfrm>
            <a:off x="8042910" y="3720465"/>
            <a:ext cx="25787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Power supply – Provide stable power to Arduino and PIR sensor.</a:t>
            </a:r>
            <a:endParaRPr lang="en-US" altLang="en-US"/>
          </a:p>
        </p:txBody>
      </p:sp>
      <p:sp>
        <p:nvSpPr>
          <p:cNvPr id="29" name="Text Box 28"/>
          <p:cNvSpPr txBox="1"/>
          <p:nvPr/>
        </p:nvSpPr>
        <p:spPr>
          <a:xfrm>
            <a:off x="4439285" y="3692525"/>
            <a:ext cx="26504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Display status – Optionally, use LEDs to show motion detection status.</a:t>
            </a:r>
            <a:endParaRPr lang="en-US" altLang="en-US"/>
          </a:p>
        </p:txBody>
      </p:sp>
      <p:pic>
        <p:nvPicPr>
          <p:cNvPr id="1010" name="Picture 1010"/>
          <p:cNvPicPr/>
          <p:nvPr/>
        </p:nvPicPr>
        <p:blipFill>
          <a:blip r:embed="rId3"/>
          <a:stretch>
            <a:fillRect/>
          </a:stretch>
        </p:blipFill>
        <p:spPr>
          <a:xfrm>
            <a:off x="97790" y="3714115"/>
            <a:ext cx="3994785" cy="2764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对象2"/>
          <p:cNvSpPr/>
          <p:nvPr>
            <p:custDataLst>
              <p:tags r:id="rId4"/>
            </p:custDataLst>
          </p:nvPr>
        </p:nvSpPr>
        <p:spPr>
          <a:xfrm>
            <a:off x="696278" y="1455103"/>
            <a:ext cx="10798810" cy="124098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对象2"/>
          <p:cNvSpPr/>
          <p:nvPr>
            <p:custDataLst>
              <p:tags r:id="rId5"/>
            </p:custDataLst>
          </p:nvPr>
        </p:nvSpPr>
        <p:spPr>
          <a:xfrm>
            <a:off x="696278" y="1455103"/>
            <a:ext cx="10798810" cy="2538929"/>
          </a:xfrm>
          <a:prstGeom prst="roundRect">
            <a:avLst>
              <a:gd name="adj" fmla="val 25001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对象2"/>
          <p:cNvSpPr/>
          <p:nvPr>
            <p:custDataLst>
              <p:tags r:id="rId6"/>
            </p:custDataLst>
          </p:nvPr>
        </p:nvSpPr>
        <p:spPr>
          <a:xfrm>
            <a:off x="696278" y="1455103"/>
            <a:ext cx="10798810" cy="3940810"/>
          </a:xfrm>
          <a:prstGeom prst="roundRect">
            <a:avLst>
              <a:gd name="adj" fmla="val 15703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/>
          <a:p>
            <a:pPr algn="just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对象4"/>
          <p:cNvSpPr/>
          <p:nvPr>
            <p:custDataLst>
              <p:tags r:id="rId7"/>
            </p:custDataLst>
          </p:nvPr>
        </p:nvSpPr>
        <p:spPr>
          <a:xfrm>
            <a:off x="1897698" y="2159953"/>
            <a:ext cx="8396977" cy="104203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72185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Successful Detection: The PIR sensor accurately detected human motion within its range and triggered the buzzer alarm instantly.</a:t>
            </a:r>
            <a:endParaRPr lang="en-US" altLang="en-US" dirty="0">
              <a:solidFill>
                <a:schemeClr val="dk1">
                  <a:lumMod val="80000"/>
                  <a:lumOff val="2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对象5"/>
          <p:cNvSpPr/>
          <p:nvPr>
            <p:custDataLst>
              <p:tags r:id="rId8"/>
            </p:custDataLst>
          </p:nvPr>
        </p:nvSpPr>
        <p:spPr>
          <a:xfrm>
            <a:off x="2108518" y="2314258"/>
            <a:ext cx="733136" cy="73406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1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5" name="对象7"/>
          <p:cNvSpPr/>
          <p:nvPr>
            <p:custDataLst>
              <p:tags r:id="rId9"/>
            </p:custDataLst>
          </p:nvPr>
        </p:nvSpPr>
        <p:spPr>
          <a:xfrm>
            <a:off x="1897698" y="3478213"/>
            <a:ext cx="8396977" cy="104203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72185" numCol="1" spcCol="0" rtlCol="0" fromWordArt="0" anchor="ctr" anchorCtr="0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Low Power Consumption: The system used very little power, making it suitable for continuous smart security monitoring.</a:t>
            </a:r>
            <a:endParaRPr lang="en-US" altLang="en-US" dirty="0">
              <a:solidFill>
                <a:schemeClr val="dk1">
                  <a:lumMod val="80000"/>
                  <a:lumOff val="2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对象8"/>
          <p:cNvSpPr/>
          <p:nvPr>
            <p:custDataLst>
              <p:tags r:id="rId10"/>
            </p:custDataLst>
          </p:nvPr>
        </p:nvSpPr>
        <p:spPr>
          <a:xfrm>
            <a:off x="2108518" y="3632518"/>
            <a:ext cx="733136" cy="73406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2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8" name="对象10"/>
          <p:cNvSpPr/>
          <p:nvPr>
            <p:custDataLst>
              <p:tags r:id="rId11"/>
            </p:custDataLst>
          </p:nvPr>
        </p:nvSpPr>
        <p:spPr>
          <a:xfrm>
            <a:off x="1897698" y="4785678"/>
            <a:ext cx="8396977" cy="1042035"/>
          </a:xfrm>
          <a:prstGeom prst="roundRect">
            <a:avLst>
              <a:gd name="adj" fmla="val 21493"/>
            </a:avLst>
          </a:prstGeom>
          <a:solidFill>
            <a:schemeClr val="accent1">
              <a:lumMod val="10000"/>
              <a:lumOff val="90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72185" numCol="1" spcCol="0" rtlCol="0" fromWordArt="0" anchor="ctr" anchorCtr="0" forceAA="0" compatLnSpc="1">
            <a:normAutofit lnSpcReduction="10000"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en-US" dirty="0">
                <a:solidFill>
                  <a:schemeClr val="dk1">
                    <a:lumMod val="80000"/>
                    <a:lumOff val="2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Easy Integration: The Arduino-based design was simple to program and can be easily expanded for advanced security features like SMS alerts or camera activation.</a:t>
            </a:r>
            <a:endParaRPr lang="en-US" altLang="en-US" dirty="0">
              <a:solidFill>
                <a:schemeClr val="dk1">
                  <a:lumMod val="80000"/>
                  <a:lumOff val="2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对象11"/>
          <p:cNvSpPr/>
          <p:nvPr>
            <p:custDataLst>
              <p:tags r:id="rId12"/>
            </p:custDataLst>
          </p:nvPr>
        </p:nvSpPr>
        <p:spPr>
          <a:xfrm>
            <a:off x="2108518" y="4939983"/>
            <a:ext cx="733136" cy="73406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3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0" name="对象12"/>
          <p:cNvSpPr/>
          <p:nvPr>
            <p:custDataLst>
              <p:tags r:id="rId13"/>
            </p:custDataLst>
          </p:nvPr>
        </p:nvSpPr>
        <p:spPr>
          <a:xfrm>
            <a:off x="1897698" y="886778"/>
            <a:ext cx="8396977" cy="988060"/>
          </a:xfrm>
          <a:prstGeom prst="roundRect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1" forceAA="0" compatLnSpc="1">
            <a:norm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sz="2800" b="1" dirty="0">
                <a:sym typeface="+mn-ea"/>
              </a:rPr>
              <a:t>Results &amp; Discussion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Limitations</a:t>
            </a:r>
            <a:endParaRPr b="1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-108030" y="1232702"/>
          <a:ext cx="12300030" cy="5362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Scope</a:t>
            </a:r>
            <a:endParaRPr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5186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Picture 3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4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  <a:endParaRPr b="1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矩形: 圆角 2"/>
          <p:cNvSpPr/>
          <p:nvPr>
            <p:custDataLst>
              <p:tags r:id="rId4"/>
            </p:custDataLst>
          </p:nvPr>
        </p:nvSpPr>
        <p:spPr>
          <a:xfrm>
            <a:off x="702945" y="1904683"/>
            <a:ext cx="10792460" cy="1184910"/>
          </a:xfrm>
          <a:prstGeom prst="roundRect">
            <a:avLst>
              <a:gd name="adj" fmla="val 5303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lumMod val="10000"/>
                  <a:lumOff val="90000"/>
                  <a:alpha val="40000"/>
                </a:schemeClr>
              </a:gs>
            </a:gsLst>
            <a:lin ang="2700000" scaled="0"/>
          </a:gradFill>
          <a:ln w="158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pPr algn="l"/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矩形 1"/>
          <p:cNvSpPr/>
          <p:nvPr>
            <p:custDataLst>
              <p:tags r:id="rId5"/>
            </p:custDataLst>
          </p:nvPr>
        </p:nvSpPr>
        <p:spPr>
          <a:xfrm>
            <a:off x="1849755" y="2067878"/>
            <a:ext cx="9313200" cy="8585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detects human motion using a PIR sensor.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: 圆角 22"/>
          <p:cNvSpPr/>
          <p:nvPr>
            <p:custDataLst>
              <p:tags r:id="rId6"/>
            </p:custDataLst>
          </p:nvPr>
        </p:nvSpPr>
        <p:spPr>
          <a:xfrm>
            <a:off x="695960" y="3648393"/>
            <a:ext cx="10799445" cy="1184910"/>
          </a:xfrm>
          <a:prstGeom prst="roundRect">
            <a:avLst>
              <a:gd name="adj" fmla="val 5303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lumMod val="10000"/>
                  <a:lumOff val="90000"/>
                  <a:alpha val="40000"/>
                </a:schemeClr>
              </a:gs>
            </a:gsLst>
            <a:lin ang="2700000" scaled="0"/>
          </a:gradFill>
          <a:ln w="158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pPr algn="l"/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矩形 3"/>
          <p:cNvSpPr/>
          <p:nvPr>
            <p:custDataLst>
              <p:tags r:id="rId7"/>
            </p:custDataLst>
          </p:nvPr>
        </p:nvSpPr>
        <p:spPr>
          <a:xfrm>
            <a:off x="1845945" y="3811588"/>
            <a:ext cx="9312910" cy="8585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alerts instantly through the Arduino-controlled output (e.g. buzzer or alarm).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>
            <p:custDataLst>
              <p:tags r:id="rId8"/>
            </p:custDataLst>
          </p:nvPr>
        </p:nvSpPr>
        <p:spPr>
          <a:xfrm>
            <a:off x="697230" y="5380038"/>
            <a:ext cx="10798810" cy="1184910"/>
          </a:xfrm>
          <a:prstGeom prst="roundRect">
            <a:avLst>
              <a:gd name="adj" fmla="val 5303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lumMod val="10000"/>
                  <a:lumOff val="90000"/>
                  <a:alpha val="40000"/>
                </a:schemeClr>
              </a:gs>
            </a:gsLst>
            <a:lin ang="2700000" scaled="0"/>
          </a:gradFill>
          <a:ln w="158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pPr algn="l"/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箭头: 下 4"/>
          <p:cNvSpPr/>
          <p:nvPr>
            <p:custDataLst>
              <p:tags r:id="rId9"/>
            </p:custDataLst>
          </p:nvPr>
        </p:nvSpPr>
        <p:spPr>
          <a:xfrm>
            <a:off x="935355" y="1782128"/>
            <a:ext cx="579120" cy="805815"/>
          </a:xfrm>
          <a:prstGeom prst="downArrow">
            <a:avLst>
              <a:gd name="adj1" fmla="val 100000"/>
              <a:gd name="adj2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4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82296" tIns="41148" rIns="82296" bIns="41148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j-lt"/>
                <a:sym typeface="+mn-lt"/>
              </a:rPr>
              <a:t>01</a:t>
            </a:r>
            <a:endParaRPr lang="en-US" b="1" dirty="0">
              <a:solidFill>
                <a:srgbClr val="FFFFFF"/>
              </a:solidFill>
              <a:latin typeface="+mj-lt"/>
              <a:sym typeface="+mn-lt"/>
            </a:endParaRPr>
          </a:p>
        </p:txBody>
      </p:sp>
      <p:sp>
        <p:nvSpPr>
          <p:cNvPr id="13" name="直角三角形 5"/>
          <p:cNvSpPr/>
          <p:nvPr>
            <p:custDataLst>
              <p:tags r:id="rId10"/>
            </p:custDataLst>
          </p:nvPr>
        </p:nvSpPr>
        <p:spPr>
          <a:xfrm rot="10800000" flipV="1">
            <a:off x="861695" y="1783398"/>
            <a:ext cx="74930" cy="12319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pPr algn="l"/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箭头: 下 23"/>
          <p:cNvSpPr/>
          <p:nvPr>
            <p:custDataLst>
              <p:tags r:id="rId11"/>
            </p:custDataLst>
          </p:nvPr>
        </p:nvSpPr>
        <p:spPr>
          <a:xfrm>
            <a:off x="928370" y="3520758"/>
            <a:ext cx="579120" cy="805815"/>
          </a:xfrm>
          <a:prstGeom prst="downArrow">
            <a:avLst>
              <a:gd name="adj1" fmla="val 100000"/>
              <a:gd name="adj2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4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82296" tIns="41148" rIns="82296" bIns="41148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j-lt"/>
                <a:sym typeface="+mn-lt"/>
              </a:rPr>
              <a:t>02</a:t>
            </a:r>
            <a:endParaRPr lang="en-US" b="1" dirty="0">
              <a:solidFill>
                <a:srgbClr val="FFFFFF"/>
              </a:solidFill>
              <a:latin typeface="+mj-lt"/>
              <a:sym typeface="+mn-lt"/>
            </a:endParaRPr>
          </a:p>
        </p:txBody>
      </p:sp>
      <p:sp>
        <p:nvSpPr>
          <p:cNvPr id="25" name="直角三角形 24"/>
          <p:cNvSpPr/>
          <p:nvPr>
            <p:custDataLst>
              <p:tags r:id="rId12"/>
            </p:custDataLst>
          </p:nvPr>
        </p:nvSpPr>
        <p:spPr>
          <a:xfrm rot="10800000" flipV="1">
            <a:off x="854075" y="3522028"/>
            <a:ext cx="74930" cy="12319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pPr algn="l"/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箭头: 下 30"/>
          <p:cNvSpPr/>
          <p:nvPr>
            <p:custDataLst>
              <p:tags r:id="rId13"/>
            </p:custDataLst>
          </p:nvPr>
        </p:nvSpPr>
        <p:spPr>
          <a:xfrm>
            <a:off x="929640" y="5261293"/>
            <a:ext cx="579120" cy="805815"/>
          </a:xfrm>
          <a:prstGeom prst="downArrow">
            <a:avLst>
              <a:gd name="adj1" fmla="val 100000"/>
              <a:gd name="adj2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47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82296" tIns="41148" rIns="82296" bIns="41148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j-lt"/>
                <a:sym typeface="+mn-lt"/>
              </a:rPr>
              <a:t>03</a:t>
            </a:r>
            <a:endParaRPr lang="en-US" b="1" dirty="0">
              <a:solidFill>
                <a:srgbClr val="FFFFFF"/>
              </a:solidFill>
              <a:latin typeface="+mj-lt"/>
              <a:sym typeface="+mn-lt"/>
            </a:endParaRPr>
          </a:p>
        </p:txBody>
      </p:sp>
      <p:sp>
        <p:nvSpPr>
          <p:cNvPr id="32" name="直角三角形 31"/>
          <p:cNvSpPr/>
          <p:nvPr>
            <p:custDataLst>
              <p:tags r:id="rId14"/>
            </p:custDataLst>
          </p:nvPr>
        </p:nvSpPr>
        <p:spPr>
          <a:xfrm rot="10800000" flipV="1">
            <a:off x="855980" y="5262563"/>
            <a:ext cx="74930" cy="12319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pPr algn="l"/>
            <a:endParaRPr lang="en-US" sz="144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矩形 9"/>
          <p:cNvSpPr/>
          <p:nvPr>
            <p:custDataLst>
              <p:tags r:id="rId15"/>
            </p:custDataLst>
          </p:nvPr>
        </p:nvSpPr>
        <p:spPr>
          <a:xfrm>
            <a:off x="1846580" y="5543233"/>
            <a:ext cx="9311640" cy="8585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low-cost, simple, and useful for smart security applications.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79257"/>
          </a:xfrm>
        </p:spPr>
        <p:txBody>
          <a:bodyPr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Akinwumi et al. (2021) – Arduino + PIR for motion detection with GSM alerts.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Agrawal et al. (2019) – Motion detection system sends alerts to Android app.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CircuitDigest (2021) – Tutorial on Arduino motion detector using PIR sensor.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ElectroPeak (2019) – Gesture and motion detection using PIR with Arduino.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Arun-Roshan (2024) – PIR security system with OLED display animations.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Electronicshub (2024) – Easy PIR sensor interfacing with Arduino tutorial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 (2024) – Simple Arduino PIR motion detection system guide.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Wingdings" panose="05000000000000000000" charset="0"/>
              <a:buChar char="q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 (2024) – Basics of PIR sensors and security system applications.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The &quot;mi adidas&quot; Mass Customization Initiativ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0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 invX="1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solid&quot;:{&quot;brightness&quot;:0.4000000059604645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1635_2*n_h_i*1_1_1"/>
  <p:tag name="KSO_WM_TEMPLATE_CATEGORY" val="diagram"/>
  <p:tag name="KSO_WM_TEMPLATE_INDEX" val="20231635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2"/>
  <p:tag name="KSO_WM_UNIT_ID" val="diagram20231635_2*n_h_h_i*1_2_1_2"/>
  <p:tag name="KSO_WM_TEMPLATE_CATEGORY" val="diagram"/>
  <p:tag name="KSO_WM_TEMPLATE_INDEX" val="20231635"/>
  <p:tag name="KSO_WM_UNIT_LAYERLEVEL" val="1_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2"/>
  <p:tag name="KSO_WM_UNIT_ID" val="diagram20231635_2*n_h_h_i*1_2_2_2"/>
  <p:tag name="KSO_WM_TEMPLATE_CATEGORY" val="diagram"/>
  <p:tag name="KSO_WM_TEMPLATE_INDEX" val="20231635"/>
  <p:tag name="KSO_WM_UNIT_LAYERLEVEL" val="1_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2"/>
  <p:tag name="KSO_WM_UNIT_ID" val="diagram20231635_2*n_h_h_i*1_2_3_2"/>
  <p:tag name="KSO_WM_TEMPLATE_CATEGORY" val="diagram"/>
  <p:tag name="KSO_WM_TEMPLATE_INDEX" val="20231635"/>
  <p:tag name="KSO_WM_UNIT_LAYERLEVEL" val="1_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PRESET_TEXT" val="Your title here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1635_2*n_h_a*1_1_1"/>
  <p:tag name="KSO_WM_TEMPLATE_CATEGORY" val="diagram"/>
  <p:tag name="KSO_WM_TEMPLATE_INDEX" val="20231635"/>
  <p:tag name="KSO_WM_UNIT_LAYERLEVEL" val="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PRESET_TEXT" val="Click here to add text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1635_2*n_h_h_f*1_2_1_1"/>
  <p:tag name="KSO_WM_TEMPLATE_CATEGORY" val="diagram"/>
  <p:tag name="KSO_WM_TEMPLATE_INDEX" val="20231635"/>
  <p:tag name="KSO_WM_UNIT_LAYERLEVEL" val="1_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PRESET_TEXT" val="Click here to add text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1635_2*n_h_h_f*1_2_2_1"/>
  <p:tag name="KSO_WM_TEMPLATE_CATEGORY" val="diagram"/>
  <p:tag name="KSO_WM_TEMPLATE_INDEX" val="20231635"/>
  <p:tag name="KSO_WM_UNIT_LAYERLEVEL" val="1_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56298828125,&quot;left&quot;:57.668426513671875,&quot;top&quot;:136.018505859375,&quot;width&quot;:841.6631469726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PRESET_TEXT" val="Click here to add text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1635_2*n_h_h_f*1_2_3_1"/>
  <p:tag name="KSO_WM_TEMPLATE_CATEGORY" val="diagram"/>
  <p:tag name="KSO_WM_TEMPLATE_INDEX" val="20231635"/>
  <p:tag name="KSO_WM_UNIT_LAYERLEVEL" val="1_1_1_1"/>
  <p:tag name="KSO_WM_TAG_VERSION" val="3.0"/>
  <p:tag name="KSO_WM_BEAUTIFY_FLAG" val="#wm#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8220_3*n_h_i*1_2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8220_3*n_h_i*1_2_2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0_3*n_h_h_f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3*n_h_h_i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1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0_3*n_h_h_f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220_3*n_h_h_i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2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0_3*n_h_h_f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8220_3*n_h_h_i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3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220_3*n_h_h_f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1"/>
  <p:tag name="KSO_WM_UNIT_ID" val="diagram20238220_3*n_h_h_i*1_2_4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4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4998779296875,&quot;left&quot;:54.774993896484375,&quot;top&quot;:134.12500610351563,&quot;width&quot;:850.4500454735944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0_3*n_h_a*1_1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PRESET_TEXT" val="Your title her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8220_2*n_h_i*1_2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8220_2*n_h_i*1_2_2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3"/>
  <p:tag name="KSO_WM_UNIT_ID" val="diagram20238220_2*n_h_i*1_2_3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LINE_FORE_SCHEMECOLOR_INDEX" val="5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220_2*n_h_h_f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1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220_2*n_h_h_f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8220_2*n_h_h_i*1_2_2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2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solid&quot;:{&quot;brightness&quot;:0.8999999761581421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220_2*n_h_h_f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.9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8220_2*n_h_h_i*1_2_3_1"/>
  <p:tag name="KSO_WM_TEMPLATE_CATEGORY" val="diagram"/>
  <p:tag name="KSO_WM_TEMPLATE_INDEX" val="20238220"/>
  <p:tag name="KSO_WM_UNIT_LAYERLEVEL" val="1_1_1_1"/>
  <p:tag name="KSO_WM_TAG_VERSION" val="3.0"/>
  <p:tag name="KSO_WM_BEAUTIFY_FLAG" val="#wm#"/>
  <p:tag name="KSO_WM_UNIT_PRESET_TEXT" val="3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9.05003326656316,&quot;left&quot;:54.774993896484375,&quot;top&quot;:69.82500610351562,&quot;width&quot;:850.45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220_2*n_h_a*1_1_1"/>
  <p:tag name="KSO_WM_TEMPLATE_CATEGORY" val="diagram"/>
  <p:tag name="KSO_WM_TEMPLATE_INDEX" val="20238220"/>
  <p:tag name="KSO_WM_UNIT_LAYERLEVEL" val="1_1_1"/>
  <p:tag name="KSO_WM_TAG_VERSION" val="3.0"/>
  <p:tag name="KSO_WM_BEAUTIFY_FLAG" val="#wm#"/>
  <p:tag name="KSO_WM_UNIT_PRESET_TEXT" val="Your title here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4.xml><?xml version="1.0" encoding="utf-8"?>
<p:tagLst xmlns:p="http://schemas.openxmlformats.org/presentationml/2006/main">
  <p:tag name="ADJUSTMENTS" val="6.0864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10_2*l_h_i*1_1_1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gradient&quot;:[{&quot;brightness&quot;:0,&quot;colorType&quot;:1,&quot;foreColorIndex&quot;:14,&quot;pos&quot;:0,&quot;transparency&quot;:1},{&quot;brightness&quot;:0.8999999761581421,&quot;colorType&quot;:1,&quot;foreColorIndex&quot;:5,&quot;pos&quot;:1,&quot;transparency&quot;:0.6000000238418579}],&quot;type&quot;:3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]}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10_2*l_h_f*1_1_1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6.xml><?xml version="1.0" encoding="utf-8"?>
<p:tagLst xmlns:p="http://schemas.openxmlformats.org/presentationml/2006/main">
  <p:tag name="ADJUSTMENTS" val="6.0864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10_2*l_h_i*1_2_1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gradient&quot;:[{&quot;brightness&quot;:0,&quot;colorType&quot;:1,&quot;foreColorIndex&quot;:14,&quot;pos&quot;:0,&quot;transparency&quot;:1},{&quot;brightness&quot;:0.8999999761581421,&quot;colorType&quot;:1,&quot;foreColorIndex&quot;:5,&quot;pos&quot;:1,&quot;transparency&quot;:0.6000000238418579}],&quot;type&quot;:3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]}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10_2*l_h_f*1_2_1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38.xml><?xml version="1.0" encoding="utf-8"?>
<p:tagLst xmlns:p="http://schemas.openxmlformats.org/presentationml/2006/main">
  <p:tag name="ADJUSTMENTS" val="6.0864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10_2*l_h_i*1_3_1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gradient&quot;:[{&quot;brightness&quot;:0,&quot;colorType&quot;:1,&quot;foreColorIndex&quot;:14,&quot;pos&quot;:0,&quot;transparency&quot;:1},{&quot;brightness&quot;:0.8999999761581421,&quot;colorType&quot;:1,&quot;foreColorIndex&quot;:5,&quot;pos&quot;:1,&quot;transparency&quot;:0.6000000238418579}],&quot;type&quot;:3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]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10_2*l_h_i*1_1_2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4699999988079071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PRESET_TEXT" val="01"/>
  <p:tag name="KSO_WM_UNIT_FILL_TYPE" val="3"/>
  <p:tag name="KSO_WM_DIAGRAM_USE_COLOR_VALUE" val="{&quot;color_scheme&quot;:1,&quot;color_type&quot;:1,&quot;theme_color_indexes&quot;:[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210_2*l_h_i*1_1_3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10_2*l_h_i*1_2_2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4699999988079071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PRESET_TEXT" val="02"/>
  <p:tag name="KSO_WM_UNIT_FILL_TYPE" val="3"/>
  <p:tag name="KSO_WM_DIAGRAM_USE_COLOR_VALUE" val="{&quot;color_scheme&quot;:1,&quot;color_type&quot;:1,&quot;theme_color_indexes&quot;:[]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210_2*l_h_i*1_2_3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]}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10_2*l_h_i*1_3_2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4699999988079071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PRESET_TEXT" val="03"/>
  <p:tag name="KSO_WM_UNIT_FILL_TYPE" val="3"/>
  <p:tag name="KSO_WM_DIAGRAM_USE_COLOR_VALUE" val="{&quot;color_scheme&quot;:1,&quot;color_type&quot;:1,&quot;theme_color_indexes&quot;:[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210_2*l_h_i*1_3_3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-0.5"/>
  <p:tag name="KSO_WM_DIAGRAM_USE_COLOR_VALUE" val="{&quot;color_scheme&quot;:1,&quot;color_type&quot;:1,&quot;theme_color_indexes&quot;:[]}"/>
</p:tagLst>
</file>

<file path=ppt/tags/tag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10_2*l_h_f*1_3_1"/>
  <p:tag name="KSO_WM_TEMPLATE_CATEGORY" val="diagram"/>
  <p:tag name="KSO_WM_TEMPLATE_INDEX" val="20238210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7.1499938964844,&quot;left&quot;:54.79998779296875,&quot;top&quot;:135.07500305175782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6.xml><?xml version="1.0" encoding="utf-8"?>
<p:tagLst xmlns:p="http://schemas.openxmlformats.org/presentationml/2006/main">
  <p:tag name="resource_record_key" val="{&quot;70&quot;:[3318855,3321392,3321390,3322180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2244</Words>
  <Application>WPS Presentation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Wingdings</vt:lpstr>
      <vt:lpstr>Calibri</vt:lpstr>
      <vt:lpstr>Microsoft YaHei</vt:lpstr>
      <vt:lpstr>Arial Unicode MS</vt:lpstr>
      <vt:lpstr>Office Theme</vt:lpstr>
      <vt:lpstr>Impact of Path Geometry on Field Distribution in Phased Array Wave guides</vt:lpstr>
      <vt:lpstr>Introduction</vt:lpstr>
      <vt:lpstr>PowerPoint 演示文稿</vt:lpstr>
      <vt:lpstr>PowerPoint 演示文稿</vt:lpstr>
      <vt:lpstr>System Design</vt:lpstr>
      <vt:lpstr>PowerPoint 演示文稿</vt:lpstr>
      <vt:lpstr>Limitations</vt:lpstr>
      <vt:lpstr>Future Scope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Gunti Manoj</cp:lastModifiedBy>
  <cp:revision>30</cp:revision>
  <dcterms:created xsi:type="dcterms:W3CDTF">2013-01-27T09:14:00Z</dcterms:created>
  <dcterms:modified xsi:type="dcterms:W3CDTF">2025-07-14T19:34:10Z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C87A59FAB17F4716BC946193E64E6AA6_13</vt:lpwstr>
  </property>
  <property fmtid="{D5CDD505-2E9C-101B-9397-08002B2CF9AE}" pid="3" name="KSOProductBuildVer">
    <vt:lpwstr>1033-12.2.0.21546</vt:lpwstr>
  </property>
</Properties>
</file>